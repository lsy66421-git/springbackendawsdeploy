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949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1"/>
    <p:sldId id="258" r:id="rId22"/>
    <p:sldId id="259" r:id="rId23"/>
    <p:sldId id="260" r:id="rId24"/>
    <p:sldId id="266" r:id="rId25"/>
    <p:sldId id="261" r:id="rId26"/>
    <p:sldId id="262" r:id="rId27"/>
    <p:sldId id="268" r:id="rId28"/>
    <p:sldId id="263" r:id="rId29"/>
    <p:sldId id="267" r:id="rId30"/>
    <p:sldId id="264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1" Type="http://schemas.openxmlformats.org/officeDocument/2006/relationships/slide" Target="slides/slide2.xml"></Relationship><Relationship Id="rId22" Type="http://schemas.openxmlformats.org/officeDocument/2006/relationships/slide" Target="slides/slide3.xml"></Relationship><Relationship Id="rId23" Type="http://schemas.openxmlformats.org/officeDocument/2006/relationships/slide" Target="slides/slide4.xml"></Relationship><Relationship Id="rId24" Type="http://schemas.openxmlformats.org/officeDocument/2006/relationships/slide" Target="slides/slide5.xml"></Relationship><Relationship Id="rId25" Type="http://schemas.openxmlformats.org/officeDocument/2006/relationships/slide" Target="slides/slide6.xml"></Relationship><Relationship Id="rId26" Type="http://schemas.openxmlformats.org/officeDocument/2006/relationships/slide" Target="slides/slide7.xml"></Relationship><Relationship Id="rId27" Type="http://schemas.openxmlformats.org/officeDocument/2006/relationships/slide" Target="slides/slide8.xml"></Relationship><Relationship Id="rId28" Type="http://schemas.openxmlformats.org/officeDocument/2006/relationships/slide" Target="slides/slide9.xml"></Relationship><Relationship Id="rId29" Type="http://schemas.openxmlformats.org/officeDocument/2006/relationships/slide" Target="slides/slide10.xml"></Relationship><Relationship Id="rId30" Type="http://schemas.openxmlformats.org/officeDocument/2006/relationships/slide" Target="slides/slide11.xml"></Relationship><Relationship Id="rId31" Type="http://schemas.openxmlformats.org/officeDocument/2006/relationships/slide" Target="slides/slide12.xml"></Relationship><Relationship Id="rId32" Type="http://schemas.openxmlformats.org/officeDocument/2006/relationships/viewProps" Target="viewProps.xml"></Relationship><Relationship Id="rId33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6" Type="http://schemas.openxmlformats.org/officeDocument/2006/relationships/image" Target="../media/fImage2148917841.png"></Relationship><Relationship Id="rId7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6" Type="http://schemas.openxmlformats.org/officeDocument/2006/relationships/image" Target="../media/fImage55063808467.png"></Relationship><Relationship Id="rId7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3" Type="http://schemas.openxmlformats.org/officeDocument/2006/relationships/image" Target="../media/fImage87550816334.png"></Relationship><Relationship Id="rId4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3" Type="http://schemas.openxmlformats.org/officeDocument/2006/relationships/image" Target="../media/fImage178736826500.png"></Relationship><Relationship Id="rId4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3" Type="http://schemas.openxmlformats.org/officeDocument/2006/relationships/image" Target="../media/fImage169359839169.png"></Relationship><Relationship Id="rId4" Type="http://schemas.openxmlformats.org/officeDocument/2006/relationships/image" Target="../media/fImage179222845724.png"></Relationship><Relationship Id="rId5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7" Type="http://schemas.openxmlformats.org/officeDocument/2006/relationships/image" Target="../media/fImage39405851478.png"></Relationship><Relationship Id="rId8" Type="http://schemas.openxmlformats.org/officeDocument/2006/relationships/image" Target="../media/fImage26496869358.png"></Relationship><Relationship Id="rId9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6" Type="http://schemas.openxmlformats.org/officeDocument/2006/relationships/image" Target="../media/fImage163876876962.png"></Relationship><Relationship Id="rId7" Type="http://schemas.openxmlformats.org/officeDocument/2006/relationships/image" Target="../media/fImage125142884464.png"></Relationship><Relationship Id="rId8" Type="http://schemas.openxmlformats.org/officeDocument/2006/relationships/slideLayout" Target="../slideLayouts/slideLayout2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202312841.png"></Relationship><Relationship Id="rId3" Type="http://schemas.openxmlformats.org/officeDocument/2006/relationships/image" Target="../media/fImage688261298467.png"></Relationship><Relationship Id="rId4" Type="http://schemas.openxmlformats.org/officeDocument/2006/relationships/image" Target="../media/fImage712881306334.png"></Relationship></Relationships>
</file>

<file path=ppt/slides/_rels/slide10.xml.rels><?xml version="1.0" encoding="UTF-8"?>
<Relationships xmlns="http://schemas.openxmlformats.org/package/2006/relationships"><Relationship Id="rId5" Type="http://schemas.openxmlformats.org/officeDocument/2006/relationships/image" Target="../media/fImage2194911406500.png"></Relationship><Relationship Id="rId6" Type="http://schemas.openxmlformats.org/officeDocument/2006/relationships/image" Target="../media/fImage2210041429169.png"></Relationship><Relationship Id="rId7" Type="http://schemas.openxmlformats.org/officeDocument/2006/relationships/image" Target="../media/fImage2485461415724.png"></Relationship><Relationship Id="rId8" Type="http://schemas.openxmlformats.org/officeDocument/2006/relationships/image" Target="../media/fImage2466571431478.png"></Relationship><Relationship Id="rId9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3" Type="http://schemas.openxmlformats.org/officeDocument/2006/relationships/image" Target="../media/fImage2194911629358.png"></Relationship><Relationship Id="rId4" Type="http://schemas.openxmlformats.org/officeDocument/2006/relationships/image" Target="../media/fImage2485461676962.png"></Relationship><Relationship Id="rId5" Type="http://schemas.openxmlformats.org/officeDocument/2006/relationships/image" Target="../media/fImage2466571704464.png"></Relationship><Relationship Id="rId6" Type="http://schemas.openxmlformats.org/officeDocument/2006/relationships/image" Target="../media/fImage2210041795705.png"></Relationship><Relationship Id="rId7" Type="http://schemas.openxmlformats.org/officeDocument/2006/relationships/slideLayout" Target="../slideLayouts/slideLayout2.xml"></Relationship></Relationships>
</file>

<file path=ppt/slides/_rels/slide12.xml.rels><?xml version="1.0" encoding="UTF-8"?>
<Relationships xmlns="http://schemas.openxmlformats.org/package/2006/relationships"><Relationship Id="rId6" Type="http://schemas.openxmlformats.org/officeDocument/2006/relationships/image" Target="../media/fImage904301848145.png"></Relationship><Relationship Id="rId7" Type="http://schemas.openxmlformats.org/officeDocument/2006/relationships/image" Target="../media/fImage993841853281.png"></Relationship><Relationship Id="rId8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5270" cy="2388870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sz="6000">
                <a:solidFill>
                  <a:srgbClr val="000000"/>
                </a:solidFill>
                <a:latin typeface="맑은 고딕" charset="0"/>
                <a:ea typeface="맑은 고딕" charset="0"/>
                <a:sym typeface="함초롬바탕" charset="0"/>
              </a:rPr>
              <a:t>인터페이스와 통합 구현</a:t>
            </a:r>
            <a:endParaRPr lang="ko-KR" altLang="en-US" sz="6000">
              <a:latin typeface="맑은 고딕" charset="0"/>
              <a:ea typeface="맑은 고딕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5270" cy="1656715"/>
          </a:xfr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rtl="0" algn="ctr" defTabSz="91440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6000">
                <a:latin typeface="맑은 고딕" charset="0"/>
                <a:ea typeface="맑은 고딕" charset="0"/>
                <a:cs typeface="+mj-cs"/>
              </a:rPr>
              <a:t>이 순 영</a:t>
            </a:r>
            <a:endParaRPr lang="ko-KR" altLang="en-US" sz="6000">
              <a:latin typeface="맑은 고딕" charset="0"/>
              <a:ea typeface="맑은 고딕" charset="0"/>
              <a:cs typeface="+mj-cs"/>
            </a:endParaRPr>
          </a:p>
          <a:p>
            <a:pPr marL="0" indent="0"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7505" cy="53213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[문제1] 프로젝트를 생성하고 SpringFramework에 필요한 라이브러리를 설치하세요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1" descr="C:/Users/it/AppData/Roaming/PolarisOffice/ETemp/17584_7996856/fImage214891784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7215" y="775335"/>
            <a:ext cx="11026140" cy="59734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00990"/>
            <a:ext cx="10517505" cy="18357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[문제2] 회원 테이블을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CREATE TABLE IF NOT EXISTS CAFE_MEMBERS (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USERID VARCHAR(20) NOT NULL PRIMARY KEY,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PWD VARCHAR(20) NOT NULL,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NAME VARCHAR(50) NOT NULL,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EMAIL VARCHAR(100),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PHONE VARCHAR(20),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ADMIN INT DEFAULT 0,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JOIN_DATE TIMESTAMP DEFAULT CURRENT_TIMESTAMP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);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2" descr="C:/Users/it/AppData/Roaming/PolarisOffice/ETemp/17584_7996856/fImage55063808467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43255" y="2357755"/>
            <a:ext cx="10887710" cy="38487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7505" cy="209042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[문제3] 데이터 테이블을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CREATE TABLE IF NOT EXISTS CAFE_MVCBOARD (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IDX BIGINT AUTO_INCREMENT PRIMARY KEY,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NAME VARCHAR(50) NOT NULL,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TITLE VARCHAR(200) NOT NULL,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CONTENT TEXT,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POSTDATE TIMESTAMP DEFAULT CURRENT_TIMESTAMP,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OFILE VARCHAR(200),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SFILE VARCHAR(30),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DOWNCOUNT INT DEFAULT 0,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PASS VARCHAR(50) NOT NULL,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VISITCOUNT INT DEFAULT 0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);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3" descr="C:/Users/it/AppData/Roaming/PolarisOffice/ETemp/17584_7996856/fImage8755081633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39420" y="2533650"/>
            <a:ext cx="11313795" cy="416814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7505" cy="47180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[문제4] root-context.xml을 사용하여 Mybatis,MariaDB와 Tomcat서버를 연동하세요.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4" descr="C:/Users/it/AppData/Roaming/PolarisOffice/ETemp/17584_7996856/fImage17873682650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5025" y="904240"/>
            <a:ext cx="8717915" cy="585089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7505" cy="47180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[문제5] servlet-context.xml, web.xml을 사용하여 SpringFramework를 설정하세요.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5" descr="C:/Users/it/AppData/Roaming/PolarisOffice/ETemp/17584_7996856/fImage169359839169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7635" y="1007745"/>
            <a:ext cx="5894070" cy="5694045"/>
          </a:xfrm>
          <a:prstGeom prst="rect"/>
          <a:noFill/>
        </p:spPr>
      </p:pic>
      <p:pic>
        <p:nvPicPr>
          <p:cNvPr id="4" name="그림 6" descr="C:/Users/it/AppData/Roaming/PolarisOffice/ETemp/17584_7996856/fImage17922284572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41720" y="1007745"/>
            <a:ext cx="5927090" cy="56769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111760"/>
            <a:ext cx="10517505" cy="4660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lnSpc>
                <a:spcPct val="150000"/>
              </a:lnSpc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[문제6] 인텔리제이에서 Tomcat서버와 SpringFramework가 연동되도록 설정하세요.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7" descr="C:/Users/it/AppData/Roaming/PolarisOffice/ETemp/17584_7996856/fImage39405851478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40030" y="671830"/>
            <a:ext cx="5824855" cy="5937250"/>
          </a:xfrm>
          <a:prstGeom prst="rect"/>
          <a:noFill/>
        </p:spPr>
      </p:pic>
      <p:pic>
        <p:nvPicPr>
          <p:cNvPr id="4" name="그림 8" descr="C:/Users/it/AppData/Roaming/PolarisOffice/ETemp/17584_7996856/fImage26496869358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50610" y="671830"/>
            <a:ext cx="5848985" cy="59182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8140" cy="47180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[문제7] 회원가입을 실행 시 회원 테이블에 회원 데이터가 저장되도록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(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1/2)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1445" y="904240"/>
            <a:ext cx="5873115" cy="5755005"/>
          </a:xfrm>
          <a:prstGeom prst="rect"/>
          <a:noFill/>
        </p:spPr>
      </p:pic>
      <p:pic>
        <p:nvPicPr>
          <p:cNvPr id="4" name="그림 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50610" y="904240"/>
            <a:ext cx="5883275" cy="57461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8140" cy="47180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[문제7] 회원가입을 실행 시 회원 테이블에 회원 데이터가 저장되도록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(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2/2)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1" descr="C:/Users/it/AppData/Roaming/PolarisOffice/ETemp/18088_14625960/fImage52023128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5250" y="930275"/>
            <a:ext cx="5539105" cy="5814695"/>
          </a:xfrm>
          <a:prstGeom prst="rect"/>
          <a:noFill/>
        </p:spPr>
      </p:pic>
      <p:pic>
        <p:nvPicPr>
          <p:cNvPr id="4" name="그림 2" descr="C:/Users/it/AppData/Roaming/PolarisOffice/ETemp/18088_14625960/fImage68826129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676900" y="930275"/>
            <a:ext cx="6369685" cy="2853690"/>
          </a:xfrm>
          <a:prstGeom prst="rect"/>
          <a:noFill/>
        </p:spPr>
      </p:pic>
      <p:pic>
        <p:nvPicPr>
          <p:cNvPr id="5" name="그림 3" descr="C:/Users/it/AppData/Roaming/PolarisOffice/ETemp/18088_14625960/fImage71288130633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683885" y="3832860"/>
            <a:ext cx="6358890" cy="289496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123825" y="86360"/>
            <a:ext cx="10518140" cy="51816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[문제8] 로그인시 세션에 로그인 데이터를 저장하도록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: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/>
            </a:r>
            <a:b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</a:b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           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로그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인 시 J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SESSIONID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가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변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경 및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 세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션 데이터 로그로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출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력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grpSp>
        <p:nvGrpSpPr>
          <p:cNvPr id="16" name="그룹 33"/>
          <p:cNvGrpSpPr>
            <a:grpSpLocks/>
          </p:cNvGrpSpPr>
          <p:nvPr/>
        </p:nvGrpSpPr>
        <p:grpSpPr>
          <a:xfrm rot="0">
            <a:off x="69215" y="602615"/>
            <a:ext cx="5668010" cy="3248025"/>
            <a:chOff x="69215" y="602615"/>
            <a:chExt cx="5668010" cy="3248025"/>
          </a:xfrm>
        </p:grpSpPr>
        <p:pic>
          <p:nvPicPr>
            <p:cNvPr id="4" name="그림 13" descr="C:/Users/it/AppData/Roaming/PolarisOffice/ETemp/18088_14625960/fImage2194911406500.png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69215" y="602615"/>
              <a:ext cx="5668010" cy="3248025"/>
            </a:xfrm>
            <a:prstGeom prst="rect"/>
            <a:noFill/>
          </p:spPr>
        </p:pic>
        <p:sp>
          <p:nvSpPr>
            <p:cNvPr id="8" name="도형 17"/>
            <p:cNvSpPr>
              <a:spLocks/>
            </p:cNvSpPr>
            <p:nvPr/>
          </p:nvSpPr>
          <p:spPr>
            <a:xfrm rot="0">
              <a:off x="1240790" y="921385"/>
              <a:ext cx="289560" cy="259080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9" name="도형 26"/>
            <p:cNvSpPr>
              <a:spLocks/>
            </p:cNvSpPr>
            <p:nvPr/>
          </p:nvSpPr>
          <p:spPr>
            <a:xfrm rot="0">
              <a:off x="572770" y="739775"/>
              <a:ext cx="1807210" cy="130175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12" name="도형 29"/>
            <p:cNvSpPr>
              <a:spLocks/>
            </p:cNvSpPr>
            <p:nvPr/>
          </p:nvSpPr>
          <p:spPr>
            <a:xfrm rot="0">
              <a:off x="3514090" y="1219835"/>
              <a:ext cx="1045845" cy="92075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  <p:grpSp>
        <p:nvGrpSpPr>
          <p:cNvPr id="17" name="그룹 34"/>
          <p:cNvGrpSpPr>
            <a:grpSpLocks/>
          </p:cNvGrpSpPr>
          <p:nvPr/>
        </p:nvGrpSpPr>
        <p:grpSpPr>
          <a:xfrm rot="0">
            <a:off x="6459855" y="180340"/>
            <a:ext cx="5677535" cy="3248025"/>
            <a:chOff x="6459855" y="180340"/>
            <a:chExt cx="5677535" cy="3248025"/>
          </a:xfrm>
        </p:grpSpPr>
        <p:pic>
          <p:nvPicPr>
            <p:cNvPr id="6" name="그림 15" descr="C:/Users/it/AppData/Roaming/PolarisOffice/ETemp/18088_14625960/fImage2210041429169.png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6459855" y="180340"/>
              <a:ext cx="5677535" cy="3248025"/>
            </a:xfrm>
            <a:prstGeom prst="rect"/>
            <a:noFill/>
          </p:spPr>
        </p:pic>
        <p:sp>
          <p:nvSpPr>
            <p:cNvPr id="10" name="도형 27"/>
            <p:cNvSpPr>
              <a:spLocks/>
            </p:cNvSpPr>
            <p:nvPr/>
          </p:nvSpPr>
          <p:spPr>
            <a:xfrm rot="0">
              <a:off x="7538720" y="483235"/>
              <a:ext cx="720725" cy="259080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11" name="도형 28"/>
            <p:cNvSpPr>
              <a:spLocks/>
            </p:cNvSpPr>
            <p:nvPr/>
          </p:nvSpPr>
          <p:spPr>
            <a:xfrm rot="0">
              <a:off x="6983730" y="301625"/>
              <a:ext cx="1807210" cy="130175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13" name="도형 30"/>
            <p:cNvSpPr>
              <a:spLocks/>
            </p:cNvSpPr>
            <p:nvPr/>
          </p:nvSpPr>
          <p:spPr>
            <a:xfrm rot="0">
              <a:off x="9945370" y="812165"/>
              <a:ext cx="1045845" cy="92075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  <p:grpSp>
        <p:nvGrpSpPr>
          <p:cNvPr id="19" name="그룹 36"/>
          <p:cNvGrpSpPr>
            <a:grpSpLocks/>
          </p:cNvGrpSpPr>
          <p:nvPr/>
        </p:nvGrpSpPr>
        <p:grpSpPr>
          <a:xfrm rot="0">
            <a:off x="6469380" y="3927475"/>
            <a:ext cx="5668010" cy="2856230"/>
            <a:chOff x="6469380" y="3927475"/>
            <a:chExt cx="5668010" cy="2856230"/>
          </a:xfrm>
        </p:grpSpPr>
        <p:pic>
          <p:nvPicPr>
            <p:cNvPr id="5" name="그림 14" descr="C:/Users/it/AppData/Roaming/PolarisOffice/ETemp/18088_14625960/fImage2485461415724.png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6469380" y="3927475"/>
              <a:ext cx="5668010" cy="2856230"/>
            </a:xfrm>
            <a:prstGeom prst="rect"/>
            <a:noFill/>
          </p:spPr>
        </p:pic>
        <p:sp>
          <p:nvSpPr>
            <p:cNvPr id="14" name="도형 31"/>
            <p:cNvSpPr>
              <a:spLocks/>
            </p:cNvSpPr>
            <p:nvPr/>
          </p:nvSpPr>
          <p:spPr>
            <a:xfrm rot="0">
              <a:off x="7675245" y="6511290"/>
              <a:ext cx="3884295" cy="128270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  <p:grpSp>
        <p:nvGrpSpPr>
          <p:cNvPr id="18" name="그룹 35"/>
          <p:cNvGrpSpPr>
            <a:grpSpLocks/>
          </p:cNvGrpSpPr>
          <p:nvPr/>
        </p:nvGrpSpPr>
        <p:grpSpPr>
          <a:xfrm rot="0">
            <a:off x="69215" y="3927475"/>
            <a:ext cx="5676900" cy="2873375"/>
            <a:chOff x="69215" y="3927475"/>
            <a:chExt cx="5676900" cy="2873375"/>
          </a:xfrm>
        </p:grpSpPr>
        <p:pic>
          <p:nvPicPr>
            <p:cNvPr id="7" name="그림 16" descr="C:/Users/it/AppData/Roaming/PolarisOffice/ETemp/18088_14625960/fImage2466571431478.png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69215" y="3927475"/>
              <a:ext cx="5676900" cy="2873375"/>
            </a:xfrm>
            <a:prstGeom prst="rect"/>
            <a:noFill/>
          </p:spPr>
        </p:pic>
        <p:sp>
          <p:nvSpPr>
            <p:cNvPr id="15" name="도형 32"/>
            <p:cNvSpPr>
              <a:spLocks/>
            </p:cNvSpPr>
            <p:nvPr/>
          </p:nvSpPr>
          <p:spPr>
            <a:xfrm rot="0">
              <a:off x="1297940" y="6383020"/>
              <a:ext cx="3884295" cy="266700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  <p:sp>
        <p:nvSpPr>
          <p:cNvPr id="20" name="도형 37"/>
          <p:cNvSpPr>
            <a:spLocks/>
          </p:cNvSpPr>
          <p:nvPr/>
        </p:nvSpPr>
        <p:spPr>
          <a:xfrm rot="0">
            <a:off x="5960745" y="1964055"/>
            <a:ext cx="388620" cy="233045"/>
          </a:xfrm>
          <a:prstGeom prst="righ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1" name="도형 38"/>
          <p:cNvSpPr>
            <a:spLocks/>
          </p:cNvSpPr>
          <p:nvPr/>
        </p:nvSpPr>
        <p:spPr>
          <a:xfrm rot="5400000">
            <a:off x="8694420" y="3560445"/>
            <a:ext cx="388620" cy="233045"/>
          </a:xfrm>
          <a:prstGeom prst="righ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2" name="도형 39"/>
          <p:cNvSpPr>
            <a:spLocks/>
          </p:cNvSpPr>
          <p:nvPr/>
        </p:nvSpPr>
        <p:spPr>
          <a:xfrm rot="10800000">
            <a:off x="5897880" y="5036185"/>
            <a:ext cx="388620" cy="233045"/>
          </a:xfrm>
          <a:prstGeom prst="righ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3" name="텍스트 상자 40"/>
          <p:cNvSpPr txBox="1">
            <a:spLocks/>
          </p:cNvSpPr>
          <p:nvPr/>
        </p:nvSpPr>
        <p:spPr>
          <a:xfrm rot="0">
            <a:off x="5822950" y="1661795"/>
            <a:ext cx="655320" cy="27813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200" b="1">
                <a:latin typeface="맑은 고딕" charset="0"/>
                <a:ea typeface="맑은 고딕" charset="0"/>
              </a:rPr>
              <a:t>로그</a:t>
            </a:r>
            <a:r>
              <a:rPr lang="ko-KR" sz="1200" b="1">
                <a:latin typeface="맑은 고딕" charset="0"/>
                <a:ea typeface="맑은 고딕" charset="0"/>
              </a:rPr>
              <a:t>인</a:t>
            </a:r>
            <a:endParaRPr lang="ko-KR" altLang="en-US" sz="1200" b="1">
              <a:latin typeface="맑은 고딕" charset="0"/>
              <a:ea typeface="맑은 고딕" charset="0"/>
            </a:endParaRPr>
          </a:p>
        </p:txBody>
      </p:sp>
      <p:sp>
        <p:nvSpPr>
          <p:cNvPr id="24" name="텍스트 상자 41"/>
          <p:cNvSpPr txBox="1">
            <a:spLocks/>
          </p:cNvSpPr>
          <p:nvPr/>
        </p:nvSpPr>
        <p:spPr>
          <a:xfrm rot="0">
            <a:off x="8970010" y="3533775"/>
            <a:ext cx="655320" cy="27813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200" b="1">
                <a:latin typeface="맑은 고딕" charset="0"/>
                <a:ea typeface="맑은 고딕" charset="0"/>
              </a:rPr>
              <a:t>로그</a:t>
            </a:r>
            <a:r>
              <a:rPr lang="ko-KR" sz="1200" b="1">
                <a:latin typeface="맑은 고딕" charset="0"/>
                <a:ea typeface="맑은 고딕" charset="0"/>
              </a:rPr>
              <a:t>인</a:t>
            </a:r>
            <a:endParaRPr lang="ko-KR" altLang="en-US" sz="1200" b="1">
              <a:latin typeface="맑은 고딕" charset="0"/>
              <a:ea typeface="맑은 고딕" charset="0"/>
            </a:endParaRPr>
          </a:p>
        </p:txBody>
      </p:sp>
      <p:sp>
        <p:nvSpPr>
          <p:cNvPr id="25" name="텍스트 상자 42"/>
          <p:cNvSpPr txBox="1">
            <a:spLocks/>
          </p:cNvSpPr>
          <p:nvPr/>
        </p:nvSpPr>
        <p:spPr>
          <a:xfrm rot="0">
            <a:off x="5737225" y="4777105"/>
            <a:ext cx="815975" cy="27813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200" b="1">
                <a:latin typeface="맑은 고딕" charset="0"/>
                <a:ea typeface="맑은 고딕" charset="0"/>
              </a:rPr>
              <a:t>로그</a:t>
            </a:r>
            <a:r>
              <a:rPr lang="ko-KR" sz="1200" b="1">
                <a:latin typeface="맑은 고딕" charset="0"/>
                <a:ea typeface="맑은 고딕" charset="0"/>
              </a:rPr>
              <a:t>아웃</a:t>
            </a:r>
            <a:endParaRPr lang="ko-KR" altLang="en-US" sz="120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252730" y="43180"/>
            <a:ext cx="10518140" cy="51816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[문제9] 로그아웃 실행 시 세션의 데이터가 삭제되도록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: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/>
            </a:r>
            <a:b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</a:b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           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로그아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웃 시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세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션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데이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터 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삭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제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로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그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학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인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grpSp>
        <p:nvGrpSpPr>
          <p:cNvPr id="13" name="그룹 47"/>
          <p:cNvGrpSpPr>
            <a:grpSpLocks/>
          </p:cNvGrpSpPr>
          <p:nvPr/>
        </p:nvGrpSpPr>
        <p:grpSpPr>
          <a:xfrm rot="0">
            <a:off x="69215" y="602615"/>
            <a:ext cx="5668010" cy="3248025"/>
            <a:chOff x="69215" y="602615"/>
            <a:chExt cx="5668010" cy="3248025"/>
          </a:xfrm>
        </p:grpSpPr>
        <p:pic>
          <p:nvPicPr>
            <p:cNvPr id="14" name="그림 43" descr="C:/Users/it/AppData/Roaming/PolarisOffice/ETemp/18088_14625960/fImage2194911629358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69215" y="602615"/>
              <a:ext cx="5668010" cy="3248025"/>
            </a:xfrm>
            <a:prstGeom prst="rect"/>
            <a:noFill/>
          </p:spPr>
        </p:pic>
        <p:sp>
          <p:nvSpPr>
            <p:cNvPr id="15" name="도형 44"/>
            <p:cNvSpPr>
              <a:spLocks/>
            </p:cNvSpPr>
            <p:nvPr/>
          </p:nvSpPr>
          <p:spPr>
            <a:xfrm rot="0">
              <a:off x="1240790" y="921385"/>
              <a:ext cx="289560" cy="259080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16" name="도형 45"/>
            <p:cNvSpPr>
              <a:spLocks/>
            </p:cNvSpPr>
            <p:nvPr/>
          </p:nvSpPr>
          <p:spPr>
            <a:xfrm rot="0">
              <a:off x="572770" y="739775"/>
              <a:ext cx="1807210" cy="130175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17" name="도형 46"/>
            <p:cNvSpPr>
              <a:spLocks/>
            </p:cNvSpPr>
            <p:nvPr/>
          </p:nvSpPr>
          <p:spPr>
            <a:xfrm rot="0">
              <a:off x="3514090" y="1219835"/>
              <a:ext cx="1045845" cy="92075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  <p:grpSp>
        <p:nvGrpSpPr>
          <p:cNvPr id="18" name="그룹 50"/>
          <p:cNvGrpSpPr>
            <a:grpSpLocks/>
          </p:cNvGrpSpPr>
          <p:nvPr/>
        </p:nvGrpSpPr>
        <p:grpSpPr>
          <a:xfrm rot="0">
            <a:off x="6469380" y="3927475"/>
            <a:ext cx="5668010" cy="2856230"/>
            <a:chOff x="6469380" y="3927475"/>
            <a:chExt cx="5668010" cy="2856230"/>
          </a:xfrm>
        </p:grpSpPr>
        <p:pic>
          <p:nvPicPr>
            <p:cNvPr id="19" name="그림 48" descr="C:/Users/it/AppData/Roaming/PolarisOffice/ETemp/18088_14625960/fImage2485461676962.png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6469380" y="3927475"/>
              <a:ext cx="5668010" cy="2856230"/>
            </a:xfrm>
            <a:prstGeom prst="rect"/>
            <a:noFill/>
          </p:spPr>
        </p:pic>
        <p:sp>
          <p:nvSpPr>
            <p:cNvPr id="20" name="도형 49"/>
            <p:cNvSpPr>
              <a:spLocks/>
            </p:cNvSpPr>
            <p:nvPr/>
          </p:nvSpPr>
          <p:spPr>
            <a:xfrm rot="0">
              <a:off x="7675245" y="6511290"/>
              <a:ext cx="3884295" cy="128270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  <p:grpSp>
        <p:nvGrpSpPr>
          <p:cNvPr id="21" name="그룹 53"/>
          <p:cNvGrpSpPr>
            <a:grpSpLocks/>
          </p:cNvGrpSpPr>
          <p:nvPr/>
        </p:nvGrpSpPr>
        <p:grpSpPr>
          <a:xfrm rot="0">
            <a:off x="69215" y="3927475"/>
            <a:ext cx="5676900" cy="2873375"/>
            <a:chOff x="69215" y="3927475"/>
            <a:chExt cx="5676900" cy="2873375"/>
          </a:xfrm>
        </p:grpSpPr>
        <p:pic>
          <p:nvPicPr>
            <p:cNvPr id="22" name="그림 51" descr="C:/Users/it/AppData/Roaming/PolarisOffice/ETemp/18088_14625960/fImage2466571704464.png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69215" y="3927475"/>
              <a:ext cx="5676900" cy="2873375"/>
            </a:xfrm>
            <a:prstGeom prst="rect"/>
            <a:noFill/>
          </p:spPr>
        </p:pic>
        <p:sp>
          <p:nvSpPr>
            <p:cNvPr id="23" name="도형 52"/>
            <p:cNvSpPr>
              <a:spLocks/>
            </p:cNvSpPr>
            <p:nvPr/>
          </p:nvSpPr>
          <p:spPr>
            <a:xfrm rot="0">
              <a:off x="1297940" y="6383020"/>
              <a:ext cx="3884295" cy="266700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  <p:sp>
        <p:nvSpPr>
          <p:cNvPr id="24" name="도형 54"/>
          <p:cNvSpPr>
            <a:spLocks/>
          </p:cNvSpPr>
          <p:nvPr/>
        </p:nvSpPr>
        <p:spPr>
          <a:xfrm rot="0">
            <a:off x="5960745" y="1964055"/>
            <a:ext cx="388620" cy="233045"/>
          </a:xfrm>
          <a:prstGeom prst="righ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5" name="도형 55"/>
          <p:cNvSpPr>
            <a:spLocks/>
          </p:cNvSpPr>
          <p:nvPr/>
        </p:nvSpPr>
        <p:spPr>
          <a:xfrm rot="5400000">
            <a:off x="8694420" y="3560445"/>
            <a:ext cx="388620" cy="233045"/>
          </a:xfrm>
          <a:prstGeom prst="righ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6" name="도형 56"/>
          <p:cNvSpPr>
            <a:spLocks/>
          </p:cNvSpPr>
          <p:nvPr/>
        </p:nvSpPr>
        <p:spPr>
          <a:xfrm rot="10800000">
            <a:off x="5897880" y="5036185"/>
            <a:ext cx="388620" cy="233045"/>
          </a:xfrm>
          <a:prstGeom prst="righ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7" name="텍스트 상자 57"/>
          <p:cNvSpPr txBox="1">
            <a:spLocks/>
          </p:cNvSpPr>
          <p:nvPr/>
        </p:nvSpPr>
        <p:spPr>
          <a:xfrm rot="0">
            <a:off x="5822950" y="1661795"/>
            <a:ext cx="655320" cy="27813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200" b="1">
                <a:latin typeface="맑은 고딕" charset="0"/>
                <a:ea typeface="맑은 고딕" charset="0"/>
              </a:rPr>
              <a:t>로그</a:t>
            </a:r>
            <a:r>
              <a:rPr lang="ko-KR" sz="1200" b="1">
                <a:latin typeface="맑은 고딕" charset="0"/>
                <a:ea typeface="맑은 고딕" charset="0"/>
              </a:rPr>
              <a:t>인</a:t>
            </a:r>
            <a:endParaRPr lang="ko-KR" altLang="en-US" sz="1200" b="1">
              <a:latin typeface="맑은 고딕" charset="0"/>
              <a:ea typeface="맑은 고딕" charset="0"/>
            </a:endParaRPr>
          </a:p>
        </p:txBody>
      </p:sp>
      <p:sp>
        <p:nvSpPr>
          <p:cNvPr id="28" name="텍스트 상자 58"/>
          <p:cNvSpPr txBox="1">
            <a:spLocks/>
          </p:cNvSpPr>
          <p:nvPr/>
        </p:nvSpPr>
        <p:spPr>
          <a:xfrm rot="0">
            <a:off x="8970010" y="3533775"/>
            <a:ext cx="655320" cy="27813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200" b="1">
                <a:latin typeface="맑은 고딕" charset="0"/>
                <a:ea typeface="맑은 고딕" charset="0"/>
              </a:rPr>
              <a:t>로그</a:t>
            </a:r>
            <a:r>
              <a:rPr lang="ko-KR" sz="1200" b="1">
                <a:latin typeface="맑은 고딕" charset="0"/>
                <a:ea typeface="맑은 고딕" charset="0"/>
              </a:rPr>
              <a:t>인</a:t>
            </a:r>
            <a:endParaRPr lang="ko-KR" altLang="en-US" sz="1200" b="1">
              <a:latin typeface="맑은 고딕" charset="0"/>
              <a:ea typeface="맑은 고딕" charset="0"/>
            </a:endParaRPr>
          </a:p>
        </p:txBody>
      </p:sp>
      <p:sp>
        <p:nvSpPr>
          <p:cNvPr id="29" name="텍스트 상자 59"/>
          <p:cNvSpPr txBox="1">
            <a:spLocks/>
          </p:cNvSpPr>
          <p:nvPr/>
        </p:nvSpPr>
        <p:spPr>
          <a:xfrm rot="0">
            <a:off x="5737225" y="4777105"/>
            <a:ext cx="815975" cy="27813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200" b="1">
                <a:latin typeface="맑은 고딕" charset="0"/>
                <a:ea typeface="맑은 고딕" charset="0"/>
              </a:rPr>
              <a:t>로그</a:t>
            </a:r>
            <a:r>
              <a:rPr lang="ko-KR" sz="1200" b="1">
                <a:latin typeface="맑은 고딕" charset="0"/>
                <a:ea typeface="맑은 고딕" charset="0"/>
              </a:rPr>
              <a:t>아웃</a:t>
            </a:r>
            <a:endParaRPr lang="ko-KR" altLang="en-US" sz="1200" b="1">
              <a:latin typeface="맑은 고딕" charset="0"/>
              <a:ea typeface="맑은 고딕" charset="0"/>
            </a:endParaRPr>
          </a:p>
        </p:txBody>
      </p:sp>
      <p:grpSp>
        <p:nvGrpSpPr>
          <p:cNvPr id="30" name="그룹 64"/>
          <p:cNvGrpSpPr>
            <a:grpSpLocks/>
          </p:cNvGrpSpPr>
          <p:nvPr/>
        </p:nvGrpSpPr>
        <p:grpSpPr>
          <a:xfrm rot="0">
            <a:off x="6459855" y="180340"/>
            <a:ext cx="5677535" cy="3248025"/>
            <a:chOff x="6459855" y="180340"/>
            <a:chExt cx="5677535" cy="3248025"/>
          </a:xfrm>
        </p:grpSpPr>
        <p:pic>
          <p:nvPicPr>
            <p:cNvPr id="31" name="그림 60" descr="C:/Users/it/AppData/Roaming/PolarisOffice/ETemp/18088_14625960/fImage2210041795705.png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6459855" y="180340"/>
              <a:ext cx="5677535" cy="3248025"/>
            </a:xfrm>
            <a:prstGeom prst="rect"/>
            <a:noFill/>
          </p:spPr>
        </p:pic>
        <p:sp>
          <p:nvSpPr>
            <p:cNvPr id="32" name="도형 61"/>
            <p:cNvSpPr>
              <a:spLocks/>
            </p:cNvSpPr>
            <p:nvPr/>
          </p:nvSpPr>
          <p:spPr>
            <a:xfrm rot="0">
              <a:off x="7538720" y="483235"/>
              <a:ext cx="720725" cy="259080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33" name="도형 62"/>
            <p:cNvSpPr>
              <a:spLocks/>
            </p:cNvSpPr>
            <p:nvPr/>
          </p:nvSpPr>
          <p:spPr>
            <a:xfrm rot="0">
              <a:off x="6983730" y="301625"/>
              <a:ext cx="1807210" cy="130175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34" name="도형 63"/>
            <p:cNvSpPr>
              <a:spLocks/>
            </p:cNvSpPr>
            <p:nvPr/>
          </p:nvSpPr>
          <p:spPr>
            <a:xfrm rot="0">
              <a:off x="9945370" y="812165"/>
              <a:ext cx="1045845" cy="92075"/>
            </a:xfrm>
            <a:prstGeom prst="roundRect"/>
            <a:noFill/>
            <a:ln w="19050" cap="flat" cmpd="sng">
              <a:solidFill>
                <a:srgbClr val="E80074">
                  <a:alpha val="100000"/>
                </a:srgb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424815" y="46355"/>
            <a:ext cx="10518140" cy="5149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</a:rPr>
              <a:t>[문제10] 데이터 테이블의 내용을 출력하는 페이지를 구현하세요.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65" descr="C:/Users/it/AppData/Roaming/PolarisOffice/ETemp/18088_14625960/fImage904301848145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325" y="620395"/>
            <a:ext cx="5617210" cy="6111240"/>
          </a:xfrm>
          <a:prstGeom prst="rect"/>
          <a:noFill/>
        </p:spPr>
      </p:pic>
      <p:pic>
        <p:nvPicPr>
          <p:cNvPr id="4" name="그림 66" descr="C:/Users/it/AppData/Roaming/PolarisOffice/ETemp/18088_14625960/fImage993841853281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36590" y="628650"/>
            <a:ext cx="6357620" cy="60902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12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Im HyeDong</dc:creator>
  <cp:lastModifiedBy>SOON-YOUNG Lee</cp:lastModifiedBy>
  <dc:title>PowerPoint 프레젠테이션</dc:title>
  <cp:version>10.105.292.56109</cp:version>
</cp:coreProperties>
</file>