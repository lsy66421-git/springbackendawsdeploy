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S9YtKZ/2WqtARL0I5WLlTv1Qd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27d4a791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e27d4a791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1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jetbrains.com/ko-kr/idea/download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postman.com/download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shinsunyoung/springboot-developer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9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27d4a7913_0_0"/>
          <p:cNvSpPr/>
          <p:nvPr/>
        </p:nvSpPr>
        <p:spPr>
          <a:xfrm>
            <a:off x="358066" y="322554"/>
            <a:ext cx="11475900" cy="6193800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e27d4a7913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g2e27d4a7913_0_0"/>
          <p:cNvSpPr txBox="1"/>
          <p:nvPr>
            <p:ph idx="4294967295" type="subTitle"/>
          </p:nvPr>
        </p:nvSpPr>
        <p:spPr>
          <a:xfrm>
            <a:off x="0" y="3723366"/>
            <a:ext cx="1219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g2e27d4a7913_0_0"/>
          <p:cNvSpPr txBox="1"/>
          <p:nvPr>
            <p:ph idx="12" type="sldNum"/>
          </p:nvPr>
        </p:nvSpPr>
        <p:spPr>
          <a:xfrm>
            <a:off x="8610600" y="614465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00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개발 환경 구축하기</a:t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/>
              <a:t>0.1 인텔리제이 설치 및 설정(인텔리제이 설치)</a:t>
            </a:r>
            <a:endParaRPr/>
          </a:p>
        </p:txBody>
      </p:sp>
      <p:sp>
        <p:nvSpPr>
          <p:cNvPr id="54" name="Google Shape;54;p3"/>
          <p:cNvSpPr txBox="1"/>
          <p:nvPr>
            <p:ph idx="1" type="body"/>
          </p:nvPr>
        </p:nvSpPr>
        <p:spPr>
          <a:xfrm>
            <a:off x="838200" y="1513448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 u="sng">
                <a:solidFill>
                  <a:schemeClr val="hlink"/>
                </a:solidFill>
                <a:hlinkClick r:id="rId3"/>
              </a:rPr>
              <a:t>https://www.jetbrains.com/ko-kr/idea/download</a:t>
            </a:r>
            <a:r>
              <a:rPr lang="ko-KR" sz="2000"/>
              <a:t>에 접속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[인텔리제이 커뮤니티 버전 설치 파일] 다운로드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설치 시 Add “bin” folder to the PATH 항목 반드시 체크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55" name="Google Shape;55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6" name="Google Shape;5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737954"/>
            <a:ext cx="6111914" cy="316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/>
              <a:t>0.1 인텔리제이 설치 및 설정(New Project)</a:t>
            </a:r>
            <a:endParaRPr/>
          </a:p>
        </p:txBody>
      </p:sp>
      <p:sp>
        <p:nvSpPr>
          <p:cNvPr id="62" name="Google Shape;62;p4"/>
          <p:cNvSpPr txBox="1"/>
          <p:nvPr>
            <p:ph idx="1" type="body"/>
          </p:nvPr>
        </p:nvSpPr>
        <p:spPr>
          <a:xfrm>
            <a:off x="5683718" y="1513448"/>
            <a:ext cx="567008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[New Project]를 눌러 New Project 창 띄우기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JDK가 이미 설치되어 있는 경우 JDK 17 버전 선택 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JDK가 설치되어 있지 않은 경우 JDK 17 버전 다운로드 후 설치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/>
              <a:t>[Download JDK …]를 눌러 설치</a:t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언어 : Java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프로젝트 유형 : Gradle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JDK : 17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Advanced Settings 설정 확인</a:t>
            </a:r>
            <a:endParaRPr/>
          </a:p>
        </p:txBody>
      </p: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4" name="Google Shape;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513448"/>
            <a:ext cx="4725793" cy="36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/>
              <a:t>0.1 인텔리제이 설치 및 설정(테마 설정)</a:t>
            </a:r>
            <a:endParaRPr/>
          </a:p>
        </p:txBody>
      </p:sp>
      <p:sp>
        <p:nvSpPr>
          <p:cNvPr id="70" name="Google Shape;70;p5"/>
          <p:cNvSpPr txBox="1"/>
          <p:nvPr>
            <p:ph idx="1" type="body"/>
          </p:nvPr>
        </p:nvSpPr>
        <p:spPr>
          <a:xfrm>
            <a:off x="5683718" y="1513448"/>
            <a:ext cx="567008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[Settings]의 Appearance &amp; Behavior에서 설정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Theme을 IntelliJ Light로 설정 ➝ 밝은 테마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Theme을 IntelliJ Dark로 설정 ➝ 어두운 테마</a:t>
            </a:r>
            <a:endParaRPr/>
          </a:p>
        </p:txBody>
      </p:sp>
      <p:sp>
        <p:nvSpPr>
          <p:cNvPr id="71" name="Google Shape;71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513449"/>
            <a:ext cx="4614513" cy="3349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/>
              <a:t>0.2 스프링 부트 3 프로젝트 만들기</a:t>
            </a:r>
            <a:endParaRPr/>
          </a:p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838200" y="1513448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Build.gradle 파일을 수정하여 그레이들 프로젝트를 스프링 부트 3 프로젝트로 변경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/>
              <a:t>25쪽 참고하여 파일 수정</a:t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Build.gradle 파일 수정 후에는 반드시 [Gradle ➝ 새로고침]을 눌러 프로젝트에 반영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/>
              <a:t>임포트 과정 진행 확인</a:t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패키지 생성 후 SpringBootDeveloperApplication.java 파일 생성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/>
              <a:t>28쪽 참고하여 파일 수정</a:t>
            </a:r>
            <a:endParaRPr sz="16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/>
              <a:t>[Import class] 버튼을 눌러 임포트 관련 문제 해결</a:t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코드 작성 후 ▶ 실행 아이콘을 눌러 클래스 실행</a:t>
            </a:r>
            <a:endParaRPr sz="2000"/>
          </a:p>
        </p:txBody>
      </p:sp>
      <p:sp>
        <p:nvSpPr>
          <p:cNvPr id="79" name="Google Shape;79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0" name="Google Shape;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3631642"/>
            <a:ext cx="4877106" cy="2271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/>
              <a:t>0.3 포스트맨 설치하기</a:t>
            </a:r>
            <a:endParaRPr/>
          </a:p>
        </p:txBody>
      </p:sp>
      <p:sp>
        <p:nvSpPr>
          <p:cNvPr id="86" name="Google Shape;86;p7"/>
          <p:cNvSpPr txBox="1"/>
          <p:nvPr>
            <p:ph idx="1" type="body"/>
          </p:nvPr>
        </p:nvSpPr>
        <p:spPr>
          <a:xfrm>
            <a:off x="838200" y="1513448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 u="sng">
                <a:solidFill>
                  <a:schemeClr val="hlink"/>
                </a:solidFill>
                <a:hlinkClick r:id="rId3"/>
              </a:rPr>
              <a:t>https://www.postman.com/downloads</a:t>
            </a:r>
            <a:r>
              <a:rPr lang="ko-KR" sz="2000"/>
              <a:t>에 접속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/>
              <a:t>운영체제에 맞는 포스트맨 설치 파일 다운로드</a:t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설치 후 [Skip and go to the app] 클릭하여 다음 화면으로 진행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/>
              <a:t>버튼이 아주 작으므로 잘 찾아 클릭</a:t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[Create a request]를 눌러 API 요청 테스트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/>
              <a:t> 31쪽 참고하여 GET 요청 테스트</a:t>
            </a:r>
            <a:endParaRPr sz="1600"/>
          </a:p>
        </p:txBody>
      </p:sp>
      <p:sp>
        <p:nvSpPr>
          <p:cNvPr id="87" name="Google Shape;87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/>
              <a:t>0.4 예제 코드 저장소 안내</a:t>
            </a:r>
            <a:endParaRPr/>
          </a:p>
        </p:txBody>
      </p:sp>
      <p:sp>
        <p:nvSpPr>
          <p:cNvPr id="94" name="Google Shape;94;p8"/>
          <p:cNvSpPr txBox="1"/>
          <p:nvPr>
            <p:ph idx="1" type="body"/>
          </p:nvPr>
        </p:nvSpPr>
        <p:spPr>
          <a:xfrm>
            <a:off x="838200" y="1513448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 u="sng">
                <a:solidFill>
                  <a:schemeClr val="hlink"/>
                </a:solidFill>
                <a:hlinkClick r:id="rId3"/>
              </a:rPr>
              <a:t>https://github.com/shinsunyoung/springboot-developer</a:t>
            </a:r>
            <a:r>
              <a:rPr lang="ko-KR" sz="2000"/>
              <a:t>에 접속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/>
              <a:t>장별 폴더 위치 확인</a:t>
            </a:r>
            <a:endParaRPr sz="16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/>
              <a:t>코드 임포트 문 참고 시 유용(임포트 문이 중복된 경우 참고)</a:t>
            </a:r>
            <a:endParaRPr/>
          </a:p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540252"/>
            <a:ext cx="6530741" cy="3301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5463" y="3129881"/>
            <a:ext cx="6663848" cy="301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