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YOVWe2BZpP1cW9TJZmLattcx+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ea72e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ea72e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ea72e28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ea72e28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ea72e28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ea72e28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스프링 부트3 개발자가 알아 두면 좋은 지식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1.1 서버와 클라이언트</a:t>
            </a:r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서버와 클라이언트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클라이언트 : 서버로 요청하는 프로그램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 : 클라이언트의 요청을 받아 처리하는 주체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8605" y="2740055"/>
            <a:ext cx="5634789" cy="19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1.2 데이터베이스</a:t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데이터베이스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데이터를 모아 놓고 여러 사람이 사용할 목적으로 관리하는 데이터 저장소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데이터베이스 관리 시스템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데이터베이스를 관리하기 위한 시스템, 줄여서 DBMS(database management system)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MySQL, PostgreSQL, Oracle 등 다양한 데이터베이스 관리 시스템이 있음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SQL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 관리 시스템에 명령을 내리기 위한 언어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731" y="3426824"/>
            <a:ext cx="4857737" cy="220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1.3 아이피와 포트</a:t>
            </a:r>
            <a:endParaRPr/>
          </a:p>
        </p:txBody>
      </p:sp>
      <p:sp>
        <p:nvSpPr>
          <p:cNvPr id="73" name="Google Shape;73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아이피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인터넷에서 컴퓨터들이 서로를 식별하고 통신하기 위한 주소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웹 브라우저에 입력하는 주소(www.naver.com)는 사실 아이피를 문자열로 대치한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포트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특정 아이피에서 운용하는 서비스를 구분하기 위한 번호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아이피가 백화점이면 포트는 매장이라고 생각하면 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https://는</a:t>
            </a:r>
            <a:r>
              <a:rPr lang="ko-KR" sz="1600">
                <a:latin typeface="Arial"/>
                <a:ea typeface="Arial"/>
                <a:cs typeface="Arial"/>
                <a:sym typeface="Arial"/>
              </a:rPr>
              <a:t> 443번 포트를 사용하기 위한 입력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톰캣 서버의 기본 포트값은 8080</a:t>
            </a:r>
            <a:endParaRPr/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812" y="2844801"/>
            <a:ext cx="4973558" cy="329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1.4 라이브러리와 프레임워크</a:t>
            </a:r>
            <a:endParaRPr/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라이브러리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앱 개발에 필요한 기능인 클래스, 함수 등을 모아놓은 코드의 모음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라이브러리 간 영향을 주지 않음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프레임워크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틀(frame) + 일하다(work)의 합성어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개발을 위한 틀을 제공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개발자는 틀에 맞춰 개발해야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1.5 백엔드 개발자의 업무</a:t>
            </a:r>
            <a:endParaRPr/>
          </a:p>
        </p:txBody>
      </p:sp>
      <p:sp>
        <p:nvSpPr>
          <p:cNvPr id="90" name="Google Shape;90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527435"/>
            <a:ext cx="7772400" cy="180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1.5 백엔드 개발자의 업무(cont.)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1. 과제 할당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대부분의 부서에 과제를 할당하며 업무 시작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2. 과제 분석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소셜 서비스에서 ‘친구 초대 이벤트를 만들어 보자’라고 한다면?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친구 정의, 초대 정의, 이벤트 정의 등 과제 연관 분석을 진행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3. 개발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개발 진행, 버그 수정의 반복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동료의 리뷰를 받아 더 나은 코드로 완성도를 높임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4. 테스트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로직 문제가 없는지?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성능 한계는 어느 정도인지?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코드가 읽기 편한지?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코드를 다른 개발자가 쓰기 편안한지?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1.5 백엔드 개발자의 업무(cont.)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7" name="Google Shape;107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5. QA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품질 보증 단계 = quality assurance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6. 배포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서버에 개발한 앱 배포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새로운 기능이 추가되면 추가 배포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쉽고, 안전하고, 롤백이 쉬운 방법으로 배포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롤링 배포, 블루 그린 배포, 카나리 배포 등 방법 다양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7. 유지보수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개발부터 배포까지 반복하는 과정을 고도화하여 앱 품질 유지 및 보수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CI / CD = continuous integration / continuous delivery &amp; continuous deployment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1.6 백엔드 프로그래밍 언어</a:t>
            </a:r>
            <a:endParaRPr/>
          </a:p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백엔드에서 쓰이는 언어는 매우 다양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파이썬 : 장고, 플라스크, FastAPI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자바 : 스프링, 스프링 부트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C# : 닷넷 프레임워크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자바스크립트 : 익스프레스, NestJS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5200" y="1348711"/>
            <a:ext cx="51308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1.7 자바 애너테이션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자바로 작성한 코드에 추가하는 표식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@ 기호를 사용하여 표시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JDK 1.5 버전부터 사용할 수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021" y="1813029"/>
            <a:ext cx="5367779" cy="181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5121" y="3713287"/>
            <a:ext cx="6753520" cy="198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