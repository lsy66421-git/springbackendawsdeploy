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Rm5HoGS+TwVEM3o+/CtimEZ45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805f03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805f03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805f035c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805f035c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805f035c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805f035c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03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스프링 부트 3 구조 이해하기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3.1 스프링 부트 3 구조 살펴보기</a:t>
            </a:r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각 계층은 서로 영향을 주지 않고 각자 책임에 맞는 역할을 함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프레젠테이션 계층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HTTP 요청을 받아 비즈니스 계층으로 전송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컨트롤러 : 프레젠테이션 계층을 실제 구현한 것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비즈니스 계층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비즈니스 로직을 처리(통상적인 앱 기능)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서비스: 비즈니스 계층을 실제 구현한 것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퍼시스턴스 계층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 관련 로직 처리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리포지토리 : 퍼시스턴스 계층을 실제 구현한 것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8384" y="2884851"/>
            <a:ext cx="5995416" cy="1637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3.1 스프링 부트 3 구조 살펴보기(cont.)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실제 코드를 작성하는 공간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프로젝트 테스트 코드를 작성하는 공간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build.gradle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빌드 설정 파일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settings.gradle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빌드할 프로젝트의 정보 설정 파일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9144" y="1397232"/>
            <a:ext cx="4216400" cy="43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3.1 스프링 부트 3 구조 살펴보기(cont.)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디렉터리 구성은 75쪽부터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3.2 스프링 부트 3 프로젝트 발전시키기</a:t>
            </a:r>
            <a:endParaRPr/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build.gradle에 의존성 추가하기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프레젠테이션, 서비스, 퍼시스턴스 계층 만들기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TestController.java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TestService.java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Member.java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MemberRepository.java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임포트 오류 처리하기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기본적으로는 [Alt + Enter]로 처리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깃허브를 참고하여 쉽게 처리(https://github.com/shinsunyoung/springboot-developer)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3.2 스프링 부트 3 프로젝트 발전시키기(cont.)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data.sql 파일 작성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application.yml 작성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포스트맨으로 HTTP 요청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2331" y="1673352"/>
            <a:ext cx="6811470" cy="446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3.3 스프링 부트 요청-응답 과정 한방에 이해하기</a:t>
            </a:r>
            <a:endParaRPr/>
          </a:p>
        </p:txBody>
      </p:sp>
      <p:sp>
        <p:nvSpPr>
          <p:cNvPr id="98" name="Google Shape;98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자세한 내용은 84쪽 참고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463283"/>
            <a:ext cx="7772400" cy="2481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