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x/uSBBdOpWVHC93s9TMHfqaNw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80c5f10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80c5f10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80c5f10e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80c5f10e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80c5f10e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80c5f10e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04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스프링 부트 3와 테스트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4.1 테스트 코드 개념 익히기</a:t>
            </a:r>
            <a:endParaRPr/>
          </a:p>
        </p:txBody>
      </p:sp>
      <p:sp>
        <p:nvSpPr>
          <p:cNvPr id="55" name="Google Shape;55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test 디렉터리에서 작업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코드에는 다양한 패턴이 있음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도서는 given-when-then 패턴으로 진행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0712" y="1310380"/>
            <a:ext cx="4057187" cy="42372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3"/>
          <p:cNvGrpSpPr/>
          <p:nvPr/>
        </p:nvGrpSpPr>
        <p:grpSpPr>
          <a:xfrm>
            <a:off x="897711" y="2757636"/>
            <a:ext cx="5096689" cy="3339570"/>
            <a:chOff x="838200" y="2777364"/>
            <a:chExt cx="6342529" cy="4207636"/>
          </a:xfrm>
        </p:grpSpPr>
        <p:pic>
          <p:nvPicPr>
            <p:cNvPr id="59" name="Google Shape;5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200" y="2777364"/>
              <a:ext cx="6342529" cy="1356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3"/>
            <p:cNvPicPr preferRelativeResize="0"/>
            <p:nvPr/>
          </p:nvPicPr>
          <p:blipFill rotWithShape="1">
            <a:blip r:embed="rId5">
              <a:alphaModFix/>
            </a:blip>
            <a:srcRect b="2525" l="0" r="1017" t="1094"/>
            <a:stretch/>
          </p:blipFill>
          <p:spPr>
            <a:xfrm>
              <a:off x="856489" y="4026280"/>
              <a:ext cx="6278090" cy="29587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4.2 스프링 부트 3와 테스트</a:t>
            </a:r>
            <a:endParaRPr/>
          </a:p>
        </p:txBody>
      </p:sp>
      <p:sp>
        <p:nvSpPr>
          <p:cNvPr id="67" name="Google Shape;67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 부트 스타터 테스트 목록 참고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JUnit, AssertJ를 가장 많이 사용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2612424"/>
            <a:ext cx="7772400" cy="3286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4.2 스프링 부트 3와 테스트(cont.)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JUnit으로 단위 테스트 코드 만들기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 sz="1400">
                <a:latin typeface="Arial"/>
                <a:ea typeface="Arial"/>
                <a:cs typeface="Arial"/>
                <a:sym typeface="Arial"/>
              </a:rPr>
              <a:t>91쪽부터 참고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JUnitTest.java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Assertions.assertEquals(sum, a + b)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sum과 a+b가 같은지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Run test로 실행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207" y="2148117"/>
            <a:ext cx="5817749" cy="3996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0044" y="4138065"/>
            <a:ext cx="7007889" cy="1211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4.2 스프링 부트 3와 테스트(cont.)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JUnitCycleTest.java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93쪽부터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@BeforeAll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@BeforeEach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@Test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@AfterAll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@AfterEach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7659" y="1402910"/>
            <a:ext cx="3029417" cy="4210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8568" y="1402910"/>
            <a:ext cx="4129698" cy="1269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4.2 스프링 부트 3와 테스트(cont.)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가독성이 좋은 AssertJ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isEqualTo 메서드 외 다양한 메서드가 있음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자세한 내용은 97쪽 참고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776" y="3011547"/>
            <a:ext cx="5344583" cy="26771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7"/>
          <p:cNvGrpSpPr/>
          <p:nvPr/>
        </p:nvGrpSpPr>
        <p:grpSpPr>
          <a:xfrm>
            <a:off x="5452533" y="2275417"/>
            <a:ext cx="5334000" cy="1677432"/>
            <a:chOff x="5308600" y="1377950"/>
            <a:chExt cx="5334000" cy="1677432"/>
          </a:xfrm>
        </p:grpSpPr>
        <p:pic>
          <p:nvPicPr>
            <p:cNvPr id="100" name="Google Shape;10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08600" y="1377950"/>
              <a:ext cx="5334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7"/>
            <p:cNvSpPr txBox="1"/>
            <p:nvPr/>
          </p:nvSpPr>
          <p:spPr>
            <a:xfrm>
              <a:off x="6714067" y="2686050"/>
              <a:ext cx="990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+ b가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7"/>
            <p:cNvSpPr txBox="1"/>
            <p:nvPr/>
          </p:nvSpPr>
          <p:spPr>
            <a:xfrm>
              <a:off x="8509000" y="2686050"/>
              <a:ext cx="20404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sum과 같은가?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4.3 제대로 테스트 코드 작성해 보기</a:t>
            </a:r>
            <a:endParaRPr/>
          </a:p>
        </p:txBody>
      </p:sp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testController.java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[Create Test]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test/java/&lt;패키지&gt; 아래에 파일 생성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@SpringBootTest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@AutoConfigureMockMvc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@BeforeEach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@AfterEach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5791200" y="1547592"/>
            <a:ext cx="5467961" cy="4597065"/>
            <a:chOff x="2209800" y="2524528"/>
            <a:chExt cx="7772400" cy="6534470"/>
          </a:xfrm>
        </p:grpSpPr>
        <p:pic>
          <p:nvPicPr>
            <p:cNvPr id="112" name="Google Shape;11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09800" y="2524528"/>
              <a:ext cx="7772400" cy="1808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09800" y="4197999"/>
              <a:ext cx="7772400" cy="4860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4.3 제대로 테스트 코드 작성해 보기(cont.)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testControllerTest.java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Given-When-Then 패턴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HTTP 주요 응답 코드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22" name="Google Shape;1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1" y="1508789"/>
            <a:ext cx="5164666" cy="4687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234237"/>
            <a:ext cx="5096934" cy="84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9"/>
          <p:cNvPicPr preferRelativeResize="0"/>
          <p:nvPr/>
        </p:nvPicPr>
        <p:blipFill rotWithShape="1">
          <a:blip r:embed="rId5">
            <a:alphaModFix/>
          </a:blip>
          <a:srcRect b="0" l="0" r="0" t="8252"/>
          <a:stretch/>
        </p:blipFill>
        <p:spPr>
          <a:xfrm>
            <a:off x="838200" y="3688701"/>
            <a:ext cx="5096934" cy="233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