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Cup94/KqNLLxJOV8rNeEaHCem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7ded85b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7ded85b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7ded85b0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7ded85b0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7ded85b0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7ded85b0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05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데이터베이스 조작이 편해지는 ORM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데이터를 효율적으로 보관하고 꺼낼 수 있는 곳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데이터베이스 관리자 = DBMS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흔히 MySQL, 오라클과 같이 부르는 것은 </a:t>
            </a:r>
            <a:r>
              <a:rPr b="1" lang="ko-KR" sz="1600" u="sng">
                <a:latin typeface="Arial"/>
                <a:ea typeface="Arial"/>
                <a:cs typeface="Arial"/>
                <a:sym typeface="Arial"/>
              </a:rPr>
              <a:t>데이터베이스가 아니라 데이터베이스 관리자</a:t>
            </a:r>
            <a:endParaRPr b="1" sz="1600" u="sng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관계형 DBMS = RDBMS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흔히 떠올리는 표 형태의 데이터베이스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이 책에서 사용하는 데이터베이스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H2, MySQL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5.1 데이터베이스란?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429000"/>
            <a:ext cx="4410636" cy="1685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꼭 알아야 할 데이터베이스 용어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테이블 : 데이터베이스에서 데이터를 구성하기 위한 가장 기본적인 단위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행 = row = 테이블의 가로로 배열된 데이터의 집합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열 = column = 행의 속성을 결정, 무결성 보장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기본키 = 행을 구분할 수 있는 식별자(열)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쿼리 = 데이터베이스에서 데이터를 처리할 때 쓰는 명령문 </a:t>
            </a:r>
            <a:endParaRPr/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5.1 데이터베이스란?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9583" y="3429000"/>
            <a:ext cx="7068357" cy="275643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3935506" y="3641803"/>
            <a:ext cx="170329" cy="2330823"/>
          </a:xfrm>
          <a:prstGeom prst="leftBracket">
            <a:avLst>
              <a:gd fmla="val 8333" name="adj"/>
            </a:avLst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687677" y="4034118"/>
            <a:ext cx="2259099" cy="2043953"/>
          </a:xfrm>
          <a:prstGeom prst="rect">
            <a:avLst/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316513" y="4034118"/>
            <a:ext cx="506499" cy="2043953"/>
          </a:xfrm>
          <a:prstGeom prst="rect">
            <a:avLst/>
          </a:prstGeom>
          <a:noFill/>
          <a:ln cap="flat" cmpd="sng" w="762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316513" y="4527176"/>
            <a:ext cx="6925228" cy="546848"/>
          </a:xfrm>
          <a:prstGeom prst="rect">
            <a:avLst/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자바의 객체와 데이터베이스를 연결하는 프로그래밍 기법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ORM이 없다면 데이터베이스를 조작하기 위한 언어(SQL)를 새로 배워야 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ORM이 있으면 스프링 부트에서 사용하는 자바 언어로 데이터베이스를 조작할 수 있음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개발자의 러닝커브 down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5.2 ORM이란?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903298"/>
            <a:ext cx="7772400" cy="160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ORM의 장점과 단점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5.2 ORM이란?(cont.)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096590"/>
            <a:ext cx="7772400" cy="3214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ORM의 종류는 매우 다양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자바는 JPA를 표준으로 사용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JPA = java persistence API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자바에서 관계형 데이터베이스를 사용하는 방식을 </a:t>
            </a:r>
            <a:r>
              <a:rPr b="1" lang="ko-KR" sz="1600" u="sng">
                <a:latin typeface="Arial"/>
                <a:ea typeface="Arial"/>
                <a:cs typeface="Arial"/>
                <a:sym typeface="Arial"/>
              </a:rPr>
              <a:t>정의한 인터페이스</a:t>
            </a:r>
            <a:endParaRPr b="1" sz="1600" u="sng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실제 사용을 위해서는 추가로 ORM 프레임워크를 선택해야 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ORM 프레임워크, 하이버네이트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JPA 인터페이스를 구현한 구현체 = 이것을 실제 코드에 사용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5.3  JPA와 하이버네이트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3459" y="1547712"/>
            <a:ext cx="3850341" cy="4596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엔티티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데이터베이스의 테이블과 매핑되는 객체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엔티티 매니저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엔티티를 관리하는 역할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 매니저는 앤티티 매니저 팩토리에서 생성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 매니저는 Spring Data JPA에서 관리하므로 직접 생성하거나 관리할 필요가 없음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5.3  JPA와 하이버네이트(cont.)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0612" y="3661167"/>
            <a:ext cx="6683188" cy="223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영속성 컨텍스트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엔티티를 관리하는 가상의 공간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데이터베이스에서 효과적으로 데이터를 가져올 수 있는 이유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1차 캐시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데이터베이스를 직접 거치지 않고 빠르게 데이터를 조회할 수 있게 해줌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쓰기 지연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트랜잭션을 커밋하기 전까지 쿼리를 모았다가 보내 실행하는 것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변경 감지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1차 캐시에 저장되어 있는 엔티티와 현재 엔티티 비교하여 변경 사항을 감지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지연 로딩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쿼리로 요청한 데이터를 즉시 로딩하지 않음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자원 효율을 고려하여 데이터 조회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5.3  JPA와 하이버네이트(cont.)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엔티티의 상태에는 총 4가지가 있음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비영속 상태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 매니저가 엔티티를 관리하지 않는 상태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관리 상태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엔티티가 관리되는 상태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분리 상태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엔티티가 분리된 상태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삭제 상태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엔티티가 삭제된 상태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5.3  JPA와 하이버네이트(cont.)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리포지터리 역할을 하는 인터페이스를 만들어 간단히 CRUD 작업 가능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MemberRepository.java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MemberService.java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 생성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 조회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 삭제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5.4 스프링 데이터와 스프링 데이터 JPA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31" name="Google Shape;131;p11"/>
          <p:cNvPicPr preferRelativeResize="0"/>
          <p:nvPr/>
        </p:nvPicPr>
        <p:blipFill rotWithShape="1">
          <a:blip r:embed="rId3">
            <a:alphaModFix/>
          </a:blip>
          <a:srcRect b="49750" l="0" r="0" t="0"/>
          <a:stretch/>
        </p:blipFill>
        <p:spPr>
          <a:xfrm>
            <a:off x="4589929" y="3380409"/>
            <a:ext cx="6665259" cy="2207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9929" y="2021526"/>
            <a:ext cx="6665259" cy="84614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/>
        </p:nvSpPr>
        <p:spPr>
          <a:xfrm>
            <a:off x="7727576" y="5588363"/>
            <a:ext cx="1766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117쪽부터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5.5 예제 코드 살펴보기</a:t>
            </a:r>
            <a:endParaRPr/>
          </a:p>
        </p:txBody>
      </p:sp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1752" y="1508789"/>
            <a:ext cx="7772400" cy="4020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전체 관계 그림 참고(사용자, 리포지토리, DB, 엔티티)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5.5 예제 코드 살펴보기(cont.)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240806"/>
            <a:ext cx="7772400" cy="292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