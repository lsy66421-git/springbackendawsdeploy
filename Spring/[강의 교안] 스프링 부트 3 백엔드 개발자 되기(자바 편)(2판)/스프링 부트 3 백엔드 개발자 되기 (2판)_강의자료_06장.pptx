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FetzdS8swNedv7fo4nGfT3FBD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2e28057ff9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2e28057ff9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구역 머리글">
  <p:cSld name="1_구역 머리글">
    <p:bg>
      <p:bgPr>
        <a:solidFill>
          <a:srgbClr val="CAEEDC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0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27" name="Google Shape;27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>
  <p:cSld name="구역 머리글">
    <p:bg>
      <p:bgPr>
        <a:solidFill>
          <a:srgbClr val="CAEEDC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1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5456808" y="1508789"/>
            <a:ext cx="5896992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33" name="Google Shape;3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15" name="Google Shape;15;p1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EEDC">
            <a:alpha val="64709"/>
          </a:srgbClr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e28057ff9a_0_0"/>
          <p:cNvSpPr/>
          <p:nvPr/>
        </p:nvSpPr>
        <p:spPr>
          <a:xfrm>
            <a:off x="358066" y="322554"/>
            <a:ext cx="11475900" cy="6193800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2e28057ff9a_0_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881"/>
              </a:buClr>
              <a:buSzPts val="6000"/>
              <a:buFont typeface="Arial"/>
              <a:buNone/>
            </a:pPr>
            <a:r>
              <a:rPr b="1" lang="ko-KR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스프링 부트 3</a:t>
            </a:r>
            <a:br>
              <a:rPr b="1" lang="ko-KR">
                <a:latin typeface="Arial"/>
                <a:ea typeface="Arial"/>
                <a:cs typeface="Arial"/>
                <a:sym typeface="Arial"/>
              </a:rPr>
            </a:br>
            <a:r>
              <a:rPr b="1" lang="ko-KR">
                <a:latin typeface="Arial"/>
                <a:ea typeface="Arial"/>
                <a:cs typeface="Arial"/>
                <a:sym typeface="Arial"/>
              </a:rPr>
              <a:t>백엔드 개발자 되기 </a:t>
            </a:r>
            <a:r>
              <a:rPr b="1" lang="ko-KR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ko-KR">
                <a:solidFill>
                  <a:srgbClr val="00A881"/>
                </a:solidFill>
              </a:rPr>
              <a:t>2판)</a:t>
            </a:r>
            <a:endParaRPr>
              <a:solidFill>
                <a:srgbClr val="00A881"/>
              </a:solidFill>
            </a:endParaRPr>
          </a:p>
        </p:txBody>
      </p:sp>
      <p:sp>
        <p:nvSpPr>
          <p:cNvPr id="40" name="Google Shape;40;g2e28057ff9a_0_0"/>
          <p:cNvSpPr txBox="1"/>
          <p:nvPr>
            <p:ph idx="4294967295" type="subTitle"/>
          </p:nvPr>
        </p:nvSpPr>
        <p:spPr>
          <a:xfrm>
            <a:off x="0" y="3723366"/>
            <a:ext cx="12192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JPA+OAuth2+JWT+AWS와 배우는 </a:t>
            </a:r>
            <a:r>
              <a:rPr b="0" i="0" lang="ko-KR" sz="2800" u="none" cap="none" strike="noStrike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스프링 부트 3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백엔드 입문자를 위한 풀 패키지</a:t>
            </a:r>
            <a:endParaRPr/>
          </a:p>
        </p:txBody>
      </p:sp>
      <p:sp>
        <p:nvSpPr>
          <p:cNvPr id="41" name="Google Shape;41;g2e28057ff9a_0_0"/>
          <p:cNvSpPr txBox="1"/>
          <p:nvPr>
            <p:ph idx="12" type="sldNum"/>
          </p:nvPr>
        </p:nvSpPr>
        <p:spPr>
          <a:xfrm>
            <a:off x="8610600" y="614465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881"/>
              </a:buClr>
              <a:buSzPts val="3200"/>
              <a:buFont typeface="Arial"/>
              <a:buNone/>
            </a:pPr>
            <a:r>
              <a:rPr lang="ko-KR" sz="3200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06 </a:t>
            </a:r>
            <a:r>
              <a:rPr lang="ko-KR" sz="3200">
                <a:latin typeface="Arial"/>
                <a:ea typeface="Arial"/>
                <a:cs typeface="Arial"/>
                <a:sym typeface="Arial"/>
              </a:rPr>
              <a:t>블로그 기획하고 API 만들기</a:t>
            </a:r>
            <a:endParaRPr/>
          </a:p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프로젝트 소개</a:t>
            </a:r>
            <a:endParaRPr/>
          </a:p>
        </p:txBody>
      </p:sp>
      <p:sp>
        <p:nvSpPr>
          <p:cNvPr id="56" name="Google Shape;56;p3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57" name="Google Shape;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2009542"/>
            <a:ext cx="7772400" cy="2838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프로젝트 소개(cont.)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66" name="Google Shape;6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253232"/>
            <a:ext cx="7772400" cy="49011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 API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손님과 주방을 연결해 주는 점원의 역할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6.1 사전 지식 : API와 REST API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3350" y="2470150"/>
            <a:ext cx="6845300" cy="191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 REST API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REST = Representational State Transfer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자원을 이름으로 구분하여 상태를 주고받는 API 방식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API 설계 방식의 일종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>
                <a:latin typeface="Arial"/>
                <a:ea typeface="Arial"/>
                <a:cs typeface="Arial"/>
                <a:sym typeface="Arial"/>
              </a:rPr>
              <a:t>REST API 사용 방법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URL에는 동사를 쓰지 말고, 자원을 표시해야 함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/students/1 ➝ 올바른 사용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/get-student?student_id=1 ➝ 올바르지 않은 사용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동사는 HTTP 메서드로 표현해야 함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6.1 사전 지식 : API와 REST API(cont.)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84" name="Google Shape;8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0477" y="4217140"/>
            <a:ext cx="4461029" cy="1753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프로젝트 준비하기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기존 실습 파일 모두 삭제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application.yml 복사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build.gradle 새로 작성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7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6.2 블로그 개발을 위한 엔티티 구성하기</a:t>
            </a:r>
            <a:endParaRPr/>
          </a:p>
        </p:txBody>
      </p:sp>
      <p:sp>
        <p:nvSpPr>
          <p:cNvPr id="92" name="Google Shape;92;p7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93" name="Google Shape;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8326" y="1467285"/>
            <a:ext cx="6805474" cy="1948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30462" y="3597233"/>
            <a:ext cx="7261192" cy="2204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엔티티 구성하기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domain/Article.java 파일 생성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자세한 내용은 132쪽부터 참고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6.2 블로그 개발을 위한 엔티티 구성하기</a:t>
            </a:r>
            <a:endParaRPr/>
          </a:p>
        </p:txBody>
      </p:sp>
      <p:sp>
        <p:nvSpPr>
          <p:cNvPr id="102" name="Google Shape;102;p8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03" name="Google Shape;10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571955"/>
            <a:ext cx="7772400" cy="1557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505" y="4195629"/>
            <a:ext cx="4421080" cy="182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리포지터리 만들기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repository/BlogRepository.java 파일 생성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자세한 내용은 135쪽부터 참고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9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6.2 블로그 개발을 위한 엔티티 구성하기</a:t>
            </a:r>
            <a:endParaRPr/>
          </a:p>
        </p:txBody>
      </p:sp>
      <p:sp>
        <p:nvSpPr>
          <p:cNvPr id="112" name="Google Shape;112;p9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13" name="Google Shape;11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545567"/>
            <a:ext cx="7772400" cy="970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9880" y="3652570"/>
            <a:ext cx="5022048" cy="253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구현 및 실습 과정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자세한 내용은 135쪽부터 참고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서비스 클래스 메서드 구현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컨트롤러 클래스 메서드 구현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API 테스트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6.3 블로그 글 작성을 위한 API 구현하기</a:t>
            </a:r>
            <a:endParaRPr/>
          </a:p>
        </p:txBody>
      </p:sp>
      <p:sp>
        <p:nvSpPr>
          <p:cNvPr id="122" name="Google Shape;122;p10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23" name="Google Shape;12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5226" y="3039794"/>
            <a:ext cx="6981548" cy="2309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코드 작성 후 포스트맨에서 POST 요청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/api/articles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1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6.3 블로그 글 작성을 위한 API 구현하기(cont.)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1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32" name="Google Shape;13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2538" y="2216037"/>
            <a:ext cx="7772400" cy="2975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H2 데이터베이스 콘솔에서 확인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로그인 시 입력값 주의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2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6.3 블로그 글 작성을 위한 API 구현하기(cont.)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2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41" name="Google Shape;14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018" y="2272014"/>
            <a:ext cx="3694648" cy="2863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0647" y="2272014"/>
            <a:ext cx="3714099" cy="34452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테스트 코드 작성하기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142쪽부터 참고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BlogApiControllerTest.java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자주 사용하는 테스트 메서드 확인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3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6.3 블로그 글 작성을 위한 API 구현하기(cont.)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3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151" name="Google Shape;151;p13"/>
          <p:cNvGrpSpPr/>
          <p:nvPr/>
        </p:nvGrpSpPr>
        <p:grpSpPr>
          <a:xfrm>
            <a:off x="1366421" y="2974019"/>
            <a:ext cx="7366690" cy="2924778"/>
            <a:chOff x="913660" y="2848453"/>
            <a:chExt cx="7772400" cy="3085856"/>
          </a:xfrm>
        </p:grpSpPr>
        <p:pic>
          <p:nvPicPr>
            <p:cNvPr id="152" name="Google Shape;152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13660" y="2848453"/>
              <a:ext cx="7772400" cy="11610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13660" y="3986882"/>
              <a:ext cx="7772400" cy="194742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4" name="Google Shape;15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0584" y="1587397"/>
            <a:ext cx="4502520" cy="1284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실습 목록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146쪽부터 참고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BlogService.java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ArticleResponse.java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BlogApiController.java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data.sql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포스트맨 GET 요청 보내기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/api/articles/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테스트 코드 작성하기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BlogApiControllerTest.java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4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6.4 블로그 글 목록 조회를 위한 API 구현하기</a:t>
            </a:r>
            <a:endParaRPr/>
          </a:p>
        </p:txBody>
      </p:sp>
      <p:sp>
        <p:nvSpPr>
          <p:cNvPr id="162" name="Google Shape;162;p14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63" name="Google Shape;1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4412" y="4379464"/>
            <a:ext cx="3773010" cy="1519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실습 목록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151쪽부터 참고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BlogService.java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BlogApiController.java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테스트 코드 작성하기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BlogApiControllerTest.java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5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6.5 블로그 글 조회 API 구현하기</a:t>
            </a:r>
            <a:endParaRPr/>
          </a:p>
        </p:txBody>
      </p:sp>
      <p:sp>
        <p:nvSpPr>
          <p:cNvPr id="171" name="Google Shape;171;p15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72" name="Google Shape;1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1896" y="3328633"/>
            <a:ext cx="5063292" cy="1424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실습 목록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154쪽부터 참고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BlogService.java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BlogApiController.java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포스트맨 DELETE 요청 ➝ GET 요청 보내기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[DELETE] /api/articles/1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[GET] /api/articles/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테스트 코드 작성하기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BlogApiControllerTest.java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6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6.6 블로그 글 삭제 API 구현하기</a:t>
            </a:r>
            <a:endParaRPr/>
          </a:p>
        </p:txBody>
      </p:sp>
      <p:sp>
        <p:nvSpPr>
          <p:cNvPr id="180" name="Google Shape;180;p16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81" name="Google Shape;18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1428" y="4070818"/>
            <a:ext cx="4293648" cy="1590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실습 목록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157쪽부터 참고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Article.java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UpdateArticleRequest.java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BlogService.java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BlogApiController.java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포스트맨 PUT 요청 ➝ GET 요청 보내기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[PUT] /api/articles/1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[GET] /api/articles/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테스트 코드 작성하기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BlogApiControllerTest.java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7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6.6 블로그 글 수정 API 구현하기</a:t>
            </a:r>
            <a:endParaRPr/>
          </a:p>
        </p:txBody>
      </p:sp>
      <p:sp>
        <p:nvSpPr>
          <p:cNvPr id="189" name="Google Shape;189;p17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90" name="Google Shape;19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1484" y="4081696"/>
            <a:ext cx="4446726" cy="1789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2023-04-28T02:19:35Z</dcterms:created>
  <dc:creator>현규 박</dc:creator>
</cp:coreProperties>
</file>