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hwQ//Lz+9uSPs1eJPSIzsrZcJV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2e27c7639b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2e27c7639b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구역 머리글">
  <p:cSld name="1_구역 머리글">
    <p:bg>
      <p:bgPr>
        <a:solidFill>
          <a:srgbClr val="CAEEDC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/>
          <p:nvPr/>
        </p:nvSpPr>
        <p:spPr>
          <a:xfrm>
            <a:off x="358066" y="322554"/>
            <a:ext cx="11475868" cy="6193655"/>
          </a:xfrm>
          <a:prstGeom prst="roundRect">
            <a:avLst>
              <a:gd fmla="val 53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6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descr="로고이(가) 표시된 사진&#10;&#10;자동 생성된 설명" id="27" name="Google Shape;2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32972" y="5903385"/>
            <a:ext cx="756140" cy="756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>
  <p:cSld name="구역 머리글">
    <p:bg>
      <p:bgPr>
        <a:solidFill>
          <a:srgbClr val="CAEEDC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/>
          <p:nvPr/>
        </p:nvSpPr>
        <p:spPr>
          <a:xfrm>
            <a:off x="358066" y="322554"/>
            <a:ext cx="11475868" cy="6193655"/>
          </a:xfrm>
          <a:prstGeom prst="roundRect">
            <a:avLst>
              <a:gd fmla="val 53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7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" type="body"/>
          </p:nvPr>
        </p:nvSpPr>
        <p:spPr>
          <a:xfrm>
            <a:off x="5456808" y="1508789"/>
            <a:ext cx="5896992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descr="로고이(가) 표시된 사진&#10;&#10;자동 생성된 설명" id="33" name="Google Shape;3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32972" y="5903385"/>
            <a:ext cx="756140" cy="756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descr="로고이(가) 표시된 사진&#10;&#10;자동 생성된 설명" id="15" name="Google Shape;15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32972" y="5903385"/>
            <a:ext cx="756140" cy="75614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AEEDC">
            <a:alpha val="64709"/>
          </a:srgbClr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2e27c7639b6_0_0"/>
          <p:cNvSpPr/>
          <p:nvPr/>
        </p:nvSpPr>
        <p:spPr>
          <a:xfrm>
            <a:off x="358066" y="322554"/>
            <a:ext cx="11475900" cy="6193800"/>
          </a:xfrm>
          <a:prstGeom prst="roundRect">
            <a:avLst>
              <a:gd fmla="val 53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g2e27c7639b6_0_0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881"/>
              </a:buClr>
              <a:buSzPts val="6000"/>
              <a:buFont typeface="Arial"/>
              <a:buNone/>
            </a:pPr>
            <a:r>
              <a:rPr b="1" lang="ko-KR">
                <a:solidFill>
                  <a:srgbClr val="00A881"/>
                </a:solidFill>
                <a:latin typeface="Arial"/>
                <a:ea typeface="Arial"/>
                <a:cs typeface="Arial"/>
                <a:sym typeface="Arial"/>
              </a:rPr>
              <a:t>스프링 부트 3</a:t>
            </a:r>
            <a:br>
              <a:rPr b="1" lang="ko-KR">
                <a:latin typeface="Arial"/>
                <a:ea typeface="Arial"/>
                <a:cs typeface="Arial"/>
                <a:sym typeface="Arial"/>
              </a:rPr>
            </a:br>
            <a:r>
              <a:rPr b="1" lang="ko-KR">
                <a:latin typeface="Arial"/>
                <a:ea typeface="Arial"/>
                <a:cs typeface="Arial"/>
                <a:sym typeface="Arial"/>
              </a:rPr>
              <a:t>백엔드 개발자 되기 </a:t>
            </a:r>
            <a:r>
              <a:rPr b="1" lang="ko-KR">
                <a:solidFill>
                  <a:srgbClr val="00A88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ko-KR">
                <a:solidFill>
                  <a:srgbClr val="00A881"/>
                </a:solidFill>
              </a:rPr>
              <a:t>2판)</a:t>
            </a:r>
            <a:endParaRPr>
              <a:solidFill>
                <a:srgbClr val="00A881"/>
              </a:solidFill>
            </a:endParaRPr>
          </a:p>
        </p:txBody>
      </p:sp>
      <p:sp>
        <p:nvSpPr>
          <p:cNvPr id="40" name="Google Shape;40;g2e27c7639b6_0_0"/>
          <p:cNvSpPr txBox="1"/>
          <p:nvPr>
            <p:ph idx="4294967295" type="subTitle"/>
          </p:nvPr>
        </p:nvSpPr>
        <p:spPr>
          <a:xfrm>
            <a:off x="0" y="3723366"/>
            <a:ext cx="121920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ko-K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JPA+OAuth2+JWT+AWS와 배우는 </a:t>
            </a:r>
            <a:r>
              <a:rPr b="0" i="0" lang="ko-KR" sz="2800" u="none" cap="none" strike="noStrike">
                <a:solidFill>
                  <a:srgbClr val="00A881"/>
                </a:solidFill>
                <a:latin typeface="Arial"/>
                <a:ea typeface="Arial"/>
                <a:cs typeface="Arial"/>
                <a:sym typeface="Arial"/>
              </a:rPr>
              <a:t>스프링 부트 3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ko-K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 백엔드 입문자를 위한 풀 패키지</a:t>
            </a:r>
            <a:endParaRPr/>
          </a:p>
        </p:txBody>
      </p:sp>
      <p:sp>
        <p:nvSpPr>
          <p:cNvPr id="41" name="Google Shape;41;g2e27c7639b6_0_0"/>
          <p:cNvSpPr txBox="1"/>
          <p:nvPr>
            <p:ph idx="12" type="sldNum"/>
          </p:nvPr>
        </p:nvSpPr>
        <p:spPr>
          <a:xfrm>
            <a:off x="8610600" y="614465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/>
          <p:nvPr/>
        </p:nvSpPr>
        <p:spPr>
          <a:xfrm>
            <a:off x="358066" y="322554"/>
            <a:ext cx="11475868" cy="6193655"/>
          </a:xfrm>
          <a:prstGeom prst="roundRect">
            <a:avLst>
              <a:gd fmla="val 53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881"/>
              </a:buClr>
              <a:buSzPts val="3200"/>
              <a:buFont typeface="Arial"/>
              <a:buNone/>
            </a:pPr>
            <a:r>
              <a:rPr lang="ko-KR" sz="3200">
                <a:solidFill>
                  <a:srgbClr val="00A881"/>
                </a:solidFill>
                <a:latin typeface="Arial"/>
                <a:ea typeface="Arial"/>
                <a:cs typeface="Arial"/>
                <a:sym typeface="Arial"/>
              </a:rPr>
              <a:t>07 </a:t>
            </a:r>
            <a:r>
              <a:rPr lang="ko-KR" sz="3200">
                <a:latin typeface="Arial"/>
                <a:ea typeface="Arial"/>
                <a:cs typeface="Arial"/>
                <a:sym typeface="Arial"/>
              </a:rPr>
              <a:t>블로그 화면 구성하기</a:t>
            </a:r>
            <a:endParaRPr/>
          </a:p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70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완성 화면 미리보기</a:t>
            </a:r>
            <a:endParaRPr/>
          </a:p>
        </p:txBody>
      </p:sp>
      <p:sp>
        <p:nvSpPr>
          <p:cNvPr id="56" name="Google Shape;56;p3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57" name="Google Shape;5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1661619"/>
            <a:ext cx="7772400" cy="3534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타임리프는 템플릿 엔진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스프링 서버의 데이터를 화면에 뿌려줄 수 있게 함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7.1 사전 지식 : 타임리프(ThymeLeaf)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66" name="Google Shape;6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82950" y="2631411"/>
            <a:ext cx="5626100" cy="271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타임리프 표현식과 문법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7.1 사전 지식 : 타임리프(ThymeLeaf)(cont.)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5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059869"/>
            <a:ext cx="4813663" cy="2072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4246571"/>
            <a:ext cx="5767251" cy="17751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build.gradle에 의존성 추가해야 사용할 수 있음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추가 후 반드시 Reload하여 반영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6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7.1 사전 지식 : 타임리프(ThymeLeaf)(cont.)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6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85" name="Google Shape;8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3076289"/>
            <a:ext cx="7772400" cy="1255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ExampleController.java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171쪽 참고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Person 모델에 데이터를 담아 example.html에 보내는 과정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7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7.1 사전 지식 : 타임리프(ThymeLeaf)(cont.)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7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94" name="Google Shape;9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2800607"/>
            <a:ext cx="7772400" cy="25486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example.html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172쪽 참고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8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7.1 사전 지식 : 타임리프(ThymeLeaf)(cont.)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8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103" name="Google Shape;10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9129" y="1508789"/>
            <a:ext cx="5079334" cy="4526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실습 과정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174쪽 참고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ArticleListViewResponse.java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BlogViewController.java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articleList.html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9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7.2 블로그 글 목록 뷰 구현하기</a:t>
            </a:r>
            <a:endParaRPr/>
          </a:p>
        </p:txBody>
      </p:sp>
      <p:sp>
        <p:nvSpPr>
          <p:cNvPr id="111" name="Google Shape;111;p9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112" name="Google Shape;11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5541" y="1502229"/>
            <a:ext cx="6058989" cy="3802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실습 과정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177쪽 참고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Article.java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data.sql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SpringBootDeveloperApplication.java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ArticleViewResponse.java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BlogViewController.java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article.html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articleList.html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0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7.3 블로그 글 뷰 구현하기</a:t>
            </a:r>
            <a:endParaRPr/>
          </a:p>
        </p:txBody>
      </p:sp>
      <p:sp>
        <p:nvSpPr>
          <p:cNvPr id="120" name="Google Shape;120;p10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121" name="Google Shape;12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8684" y="1468016"/>
            <a:ext cx="4426665" cy="46766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실습 과정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182쪽 참고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article.js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article.html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1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7.4 삭제 기능 추가하기</a:t>
            </a:r>
            <a:endParaRPr/>
          </a:p>
        </p:txBody>
      </p:sp>
      <p:sp>
        <p:nvSpPr>
          <p:cNvPr id="129" name="Google Shape;129;p11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130" name="Google Shape;13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5068" y="2886776"/>
            <a:ext cx="7772400" cy="30120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실습 과정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185쪽 참고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BlogViewController.java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newArticle.html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article.js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article.html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2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7.5 수정/생성 기능 추가하기</a:t>
            </a:r>
            <a:endParaRPr/>
          </a:p>
        </p:txBody>
      </p:sp>
      <p:sp>
        <p:nvSpPr>
          <p:cNvPr id="138" name="Google Shape;138;p12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139" name="Google Shape;13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49187" y="2678935"/>
            <a:ext cx="7395755" cy="3360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실습 과정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191쪽 참고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article.js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articleList.html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3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7.6 생성 기능 마무리하기</a:t>
            </a:r>
            <a:endParaRPr/>
          </a:p>
        </p:txBody>
      </p:sp>
      <p:sp>
        <p:nvSpPr>
          <p:cNvPr id="147" name="Google Shape;147;p13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148" name="Google Shape;14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07377" y="2568971"/>
            <a:ext cx="7772400" cy="351402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3"/>
          <p:cNvSpPr/>
          <p:nvPr/>
        </p:nvSpPr>
        <p:spPr>
          <a:xfrm>
            <a:off x="3709851" y="4127863"/>
            <a:ext cx="435429" cy="296091"/>
          </a:xfrm>
          <a:prstGeom prst="rect">
            <a:avLst/>
          </a:prstGeom>
          <a:noFill/>
          <a:ln cap="flat" cmpd="sng" w="76200">
            <a:solidFill>
              <a:srgbClr val="00A88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2023-04-28T02:19:35Z</dcterms:created>
  <dc:creator>현규 박</dc:creator>
</cp:coreProperties>
</file>