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+3ms7klJW7r4KaQgGiUWY1GKR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27f73267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e27f73267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27f732675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27f732675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e27f732675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e27f732675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566057" y="1122363"/>
            <a:ext cx="11267877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09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JWT로 로그인/로그아웃 구현하기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구성</a:t>
            </a:r>
            <a:endParaRPr/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9420" y="1810000"/>
            <a:ext cx="5933159" cy="32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토큰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서버에서 클라이언트를 구분하기 위한 유일한 값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서버가 토큰 생성 ➝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클라이언트에게 제공 ➝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클라이언트는 토큰을 소지 ➝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클라이언트는 토큰과 함께 서버에 요청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서버는 토큰으로 유효한 사용자인지 검증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9.1 사전 지식 : 토큰 기반 인증</a:t>
            </a:r>
            <a:endParaRPr/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0629" y="1716657"/>
            <a:ext cx="5502786" cy="3720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토큰 기반 인증의 특징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무상태성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토큰을 클라이언트가 소지 ➝ 서버의 자원 절약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서버가 클라이언트의 인증 정보를 저장하거나 유지할 필요가 없음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확장성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하나의 토큰으로 다양한 서버에 요청을 보낼 수 있음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페이스북 로그인이나 구글 로그인으로 다른 서비스에 로그인하는 것이 그 예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무결성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토큰 발급 이후 변경하면 서버에서 감지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9.1 사전 지식 : 토큰 기반 인증(cont.)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JWT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HTTP 요청 헤더 중 Authorization 키값에 Bearer + JWT 토큰값을 보냄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JWT의 구조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헤더 : 토큰 타입 + 해싱 알고리즘 정보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내용 : 토큰과 관련된 정보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클레임 덩어리로 구성됨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등록된 클레임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공개 클레임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비공개 클레임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서명 : 토큰이 조작되었거나 변경되었는지 확인하기 위한 정보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헤더의 인코딩값 + 내용의 인코딩값 ➝ 비밀키로 해시값 생성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9.1 사전 지식 : 토큰 기반 인증(cont.)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5228" y="2436722"/>
            <a:ext cx="4411092" cy="1479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토큰 유효기간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토큰 자체가 노출되었을 시 유효기간으로 보호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9.1 사전 지식 : 토큰 기반 인증(cont.)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2" name="Google Shape;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8544" y="1467133"/>
            <a:ext cx="5641675" cy="4431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과정(233쪽부터 참고)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build.gradle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application.yml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/config/jwt/JwtProperties.java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TokenProvider.java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JwtFactory.java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TokenProviderTest.java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RefreshToken.java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RefreshTokenRepository.java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TokenAuthenticationFilter.java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9.2 JWT 서비스 구현하기</a:t>
            </a:r>
            <a:endParaRPr/>
          </a:p>
        </p:txBody>
      </p:sp>
      <p:sp>
        <p:nvSpPr>
          <p:cNvPr id="100" name="Google Shape;100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01" name="Google Shape;1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3003" y="1508789"/>
            <a:ext cx="3572774" cy="16828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8"/>
          <p:cNvCxnSpPr>
            <a:endCxn id="101" idx="1"/>
          </p:cNvCxnSpPr>
          <p:nvPr/>
        </p:nvCxnSpPr>
        <p:spPr>
          <a:xfrm flipH="1" rot="10800000">
            <a:off x="3890603" y="2350203"/>
            <a:ext cx="3752400" cy="11280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rgbClr val="00A88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03" name="Google Shape;1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3762" y="4755835"/>
            <a:ext cx="7772400" cy="12658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8"/>
          <p:cNvCxnSpPr>
            <a:endCxn id="103" idx="0"/>
          </p:cNvCxnSpPr>
          <p:nvPr/>
        </p:nvCxnSpPr>
        <p:spPr>
          <a:xfrm>
            <a:off x="4548962" y="4313335"/>
            <a:ext cx="2841000" cy="442500"/>
          </a:xfrm>
          <a:prstGeom prst="curvedConnector2">
            <a:avLst/>
          </a:prstGeom>
          <a:noFill/>
          <a:ln cap="flat" cmpd="sng" w="76200">
            <a:solidFill>
              <a:srgbClr val="00A88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5" name="Google Shape;105;p8"/>
          <p:cNvSpPr txBox="1"/>
          <p:nvPr/>
        </p:nvSpPr>
        <p:spPr>
          <a:xfrm>
            <a:off x="5633049" y="4005431"/>
            <a:ext cx="46237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getAuthentication( ) 메서드로 유저 객체 반환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과정(246쪽부터 참고)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UserService.java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RefreshTokenService.java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TokenService.java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CreateAccessTokenRequests.java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CreateAccessTokenResponse.java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TokenApiController.java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TokenApiControllerTest.java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9.3 토큰 API 구현하기</a:t>
            </a:r>
            <a:endParaRPr/>
          </a:p>
        </p:txBody>
      </p:sp>
      <p:sp>
        <p:nvSpPr>
          <p:cNvPr id="113" name="Google Shape;113;p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9759" y="4167467"/>
            <a:ext cx="5588000" cy="1803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9"/>
          <p:cNvCxnSpPr>
            <a:endCxn id="114" idx="0"/>
          </p:cNvCxnSpPr>
          <p:nvPr/>
        </p:nvCxnSpPr>
        <p:spPr>
          <a:xfrm>
            <a:off x="4339059" y="3746867"/>
            <a:ext cx="4094700" cy="420600"/>
          </a:xfrm>
          <a:prstGeom prst="curvedConnector2">
            <a:avLst/>
          </a:prstGeom>
          <a:noFill/>
          <a:ln cap="flat" cmpd="sng" w="76200">
            <a:solidFill>
              <a:srgbClr val="00A88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