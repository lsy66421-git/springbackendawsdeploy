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JwlGFwc9/TzZJHg5deYjMiGib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810c603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810c603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810c6034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810c6034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810c6034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810c6034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566057" y="1122363"/>
            <a:ext cx="11267877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OAuth2로 로그인/로그아웃 구현하기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완성 화면 미리보기</a:t>
            </a:r>
            <a:endParaRPr/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0900" y="1346200"/>
            <a:ext cx="5410200" cy="41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제 3의 서비스에 계정 관리를 맡기는 방식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네이버, 구글, 페이스북, 인스타그램으로 로그인하기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OAuth 용어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10.1 사전 지식 : OAuth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648969"/>
            <a:ext cx="7137400" cy="303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OAuth를 사용하면 인증 서버에서 발급받은 토큰으로 리소스 서버에 리소스 오너의 정보를 요청하고 응답받아 사용할 수 있음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클라이언트는 다음과 같은 방법으로 리소스 오너의 정보를 획득할 수 있음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도서는 권한 부여 코드 승인 타입을 사용함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10.1 사전 지식 : OAuth(cont.)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998304"/>
            <a:ext cx="6097438" cy="3054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권한 부여 코드 승인 타입?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애플리케이션, 리소스 오너, 리소스 서버, 인증 서버는 다음 순서로 인증함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10.1 사전 지식 : OAuth(cont.)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250" y="2338543"/>
            <a:ext cx="4889500" cy="27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권한 요청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스프링 부트 서버(클라이언트)가 특정 사용자 데이터에 접근하기 위해 권한 서버(구글, 카카오 등)에 요청을 보내는 것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10.1 사전 지식 : OAuth(cont.)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978" y="2319787"/>
            <a:ext cx="707390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데이터 접근용 권한 부여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인증 서버에 요청을 처음 보내면 로그인 페이지로 보내 로그인 진행 후 접근 동의 얻음(최초 1회)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이후 접근 동의는 생략하고 로그인만 진행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인증 코드 제공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로그인 성공 시 파라미터로 보낸 URL로 리다이렉션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파라미터에 인증 코드 함께 제공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10.1 사전 지식 : OAuth(cont.)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5944" y="3540185"/>
            <a:ext cx="43180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엑세스 토큰 응답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로그인 세션에 대한 보안 자격을 증명하는 식별 코드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10.1 사전 지식 : OAuth(cont.)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11" name="Google Shape;1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3316" y="2273420"/>
            <a:ext cx="455930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쿠키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웹 사이트 서버에서 로컬 환경에 저장하는 작은 데이터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키-값으로 구성되어 있음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만료 기간, 도메인 등의 정보를 갖고 있음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쿠키의 추가 과정은 다음과 같음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10.1 사전 지식 : OAuth(cont.)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20" name="Google Shape;1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6718" y="3059477"/>
            <a:ext cx="4681388" cy="287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263쪽부터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10.2 토큰 발급받기</a:t>
            </a:r>
            <a:endParaRPr/>
          </a:p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271쪽부터 참고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build.gradle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CookieUtil.java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OAuth2UserCustomService.java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/config/WebOAuthSecurityConfig.java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OAuth2AuthorizationRequestBasedOnCookieRepository.java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OAuth2SuccessHandler.java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AddArticleRequest.java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BlogApiController.java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ArticleViewResponse.java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data.sql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UserViewController.java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oauthLogin.html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token.js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articleList.html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article.js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ko-KR" sz="3600">
                <a:latin typeface="Arial"/>
                <a:ea typeface="Arial"/>
                <a:cs typeface="Arial"/>
                <a:sym typeface="Arial"/>
              </a:rPr>
              <a:t>10.3 스프링 시큐리티로 OAuth2 구현하고 적용하기</a:t>
            </a:r>
            <a:endParaRPr/>
          </a:p>
        </p:txBody>
      </p:sp>
      <p:sp>
        <p:nvSpPr>
          <p:cNvPr id="136" name="Google Shape;136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295쪽부터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10.4 OAuth2 실행 테스트하기</a:t>
            </a:r>
            <a:endParaRPr/>
          </a:p>
        </p:txBody>
      </p:sp>
      <p:sp>
        <p:nvSpPr>
          <p:cNvPr id="144" name="Google Shape;144;p1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BlogApiControllerTest 항목이 제대로 되지 않는 문제가 있음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299쪽부터 참고하여 수정하면 테스트 코드 성공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10.5 테스트 코드 실패 해결하고 코드 수정하기</a:t>
            </a:r>
            <a:endParaRPr/>
          </a:p>
        </p:txBody>
      </p:sp>
      <p:sp>
        <p:nvSpPr>
          <p:cNvPr id="152" name="Google Shape;152;p1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996" y="1992223"/>
            <a:ext cx="38100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8795" y="3325257"/>
            <a:ext cx="41529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