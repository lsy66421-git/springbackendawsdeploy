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Z0SSVZK16SA575bX6Uwpgy8fx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72e3c7273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272e3c7273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구역 머리글">
  <p:cSld name="1_구역 머리글">
    <p:bg>
      <p:bgPr>
        <a:solidFill>
          <a:srgbClr val="CAEED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27" name="Google Shape;2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>
  <p:cSld name="구역 머리글">
    <p:bg>
      <p:bgPr>
        <a:solidFill>
          <a:srgbClr val="CAEED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5456808" y="1508789"/>
            <a:ext cx="5896992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33" name="Google Shape;3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descr="로고이(가) 표시된 사진&#10;&#10;자동 생성된 설명" id="15" name="Google Shape;15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32972" y="5903385"/>
            <a:ext cx="756140" cy="75614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EEDC">
            <a:alpha val="64709"/>
          </a:srgbClr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72e3c72731_0_0"/>
          <p:cNvSpPr/>
          <p:nvPr/>
        </p:nvSpPr>
        <p:spPr>
          <a:xfrm>
            <a:off x="358066" y="322554"/>
            <a:ext cx="11475900" cy="6193800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272e3c72731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6000"/>
              <a:buFont typeface="Arial"/>
              <a:buNone/>
            </a:pP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br>
              <a:rPr b="1" lang="ko-KR">
                <a:latin typeface="Arial"/>
                <a:ea typeface="Arial"/>
                <a:cs typeface="Arial"/>
                <a:sym typeface="Arial"/>
              </a:rPr>
            </a:br>
            <a:r>
              <a:rPr b="1" lang="ko-KR">
                <a:latin typeface="Arial"/>
                <a:ea typeface="Arial"/>
                <a:cs typeface="Arial"/>
                <a:sym typeface="Arial"/>
              </a:rPr>
              <a:t>백엔드 개발자 되기 </a:t>
            </a:r>
            <a:r>
              <a:rPr b="1" lang="ko-KR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ko-KR">
                <a:solidFill>
                  <a:srgbClr val="00A881"/>
                </a:solidFill>
              </a:rPr>
              <a:t>2판)</a:t>
            </a:r>
            <a:endParaRPr>
              <a:solidFill>
                <a:srgbClr val="00A881"/>
              </a:solidFill>
            </a:endParaRPr>
          </a:p>
        </p:txBody>
      </p:sp>
      <p:sp>
        <p:nvSpPr>
          <p:cNvPr id="40" name="Google Shape;40;g272e3c72731_0_0"/>
          <p:cNvSpPr txBox="1"/>
          <p:nvPr>
            <p:ph idx="4294967295" type="subTitle"/>
          </p:nvPr>
        </p:nvSpPr>
        <p:spPr>
          <a:xfrm>
            <a:off x="0" y="3723366"/>
            <a:ext cx="121920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JPA+OAuth2+JWT+AWS와 배우는 </a:t>
            </a:r>
            <a:r>
              <a:rPr b="0" i="0" lang="ko-KR" sz="2800" u="none" cap="none" strike="noStrike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스프링 부트 3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백엔드 입문자를 위한 풀 패키지</a:t>
            </a:r>
            <a:endParaRPr/>
          </a:p>
        </p:txBody>
      </p:sp>
      <p:sp>
        <p:nvSpPr>
          <p:cNvPr id="41" name="Google Shape;41;g272e3c72731_0_0"/>
          <p:cNvSpPr txBox="1"/>
          <p:nvPr>
            <p:ph idx="12" type="sldNum"/>
          </p:nvPr>
        </p:nvSpPr>
        <p:spPr>
          <a:xfrm>
            <a:off x="8610600" y="614465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358066" y="322554"/>
            <a:ext cx="11475868" cy="6193655"/>
          </a:xfrm>
          <a:prstGeom prst="roundRect">
            <a:avLst>
              <a:gd fmla="val 53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>
            <p:ph type="ctrTitle"/>
          </p:nvPr>
        </p:nvSpPr>
        <p:spPr>
          <a:xfrm>
            <a:off x="566057" y="1122363"/>
            <a:ext cx="11267877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A881"/>
              </a:buClr>
              <a:buSzPts val="3200"/>
              <a:buFont typeface="Arial"/>
              <a:buNone/>
            </a:pPr>
            <a:r>
              <a:rPr lang="ko-KR" sz="3200">
                <a:solidFill>
                  <a:srgbClr val="00A881"/>
                </a:solidFill>
                <a:latin typeface="Arial"/>
                <a:ea typeface="Arial"/>
                <a:cs typeface="Arial"/>
                <a:sym typeface="Arial"/>
              </a:rPr>
              <a:t>11 </a:t>
            </a:r>
            <a:r>
              <a:rPr lang="ko-KR" sz="3200">
                <a:latin typeface="Arial"/>
                <a:ea typeface="Arial"/>
                <a:cs typeface="Arial"/>
                <a:sym typeface="Arial"/>
              </a:rPr>
              <a:t>AWS에 프로젝트 배포하기</a:t>
            </a:r>
            <a:endParaRPr/>
          </a:p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70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프로젝트 구성</a:t>
            </a:r>
            <a:endParaRPr/>
          </a:p>
        </p:txBody>
      </p:sp>
      <p:sp>
        <p:nvSpPr>
          <p:cNvPr id="56" name="Google Shape;56;p3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2750" y="2101850"/>
            <a:ext cx="6286500" cy="265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서버를 로컬에서 실행하지 않고 클라우드 컴퓨팅 서비스를 이용하는 방법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로컬 서버는 서버 담당자가 모든 것을 관리해야 하므로 불편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클라우드 컴퓨팅 서비스는 회사에서 관리하는 서버를 사용하니 직접 관리하는 불편함이 사라짐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11.1 사전 지식 : AWS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1500" y="3202911"/>
            <a:ext cx="5969000" cy="21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AWS 서비스 구성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11.1 사전 지식 : AWS(cont.)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84234"/>
            <a:ext cx="7213600" cy="22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9295" y="3142897"/>
            <a:ext cx="5257800" cy="27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일래스틱 빈스토크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앞서 본 AWS 서버의 세부 구성이 다 준비된 서비스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일종의 밀키트 개념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일래스틱 빈스토크를 사용하는 과정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11.1 사전 지식 : AWS(cont.)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85" name="Google Shape;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0500" y="2961503"/>
            <a:ext cx="673100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1년 간 프리티어 권한으로 사용 가능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회원 가입 시 결제 정보 입력해야 함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7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11.2 AWS 계정 생성하기</a:t>
            </a:r>
            <a:endParaRPr/>
          </a:p>
        </p:txBody>
      </p:sp>
      <p:sp>
        <p:nvSpPr>
          <p:cNvPr id="93" name="Google Shape;93;p7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5582" y="1468016"/>
            <a:ext cx="3441700" cy="43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지역은 아시아 태평양(서울) ap-northeast-2로 선택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Elastic Beanstalk 검색하여 서비스 진입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[Create Application] 버튼으로 서비스 생성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자세한 내용은 319쪽부터 참고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11.3 일래스틱 빈스토크로 서버 구축하기</a:t>
            </a:r>
            <a:endParaRPr/>
          </a:p>
        </p:txBody>
      </p:sp>
      <p:sp>
        <p:nvSpPr>
          <p:cNvPr id="102" name="Google Shape;102;p8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03" name="Google Shape;1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420" y="1912208"/>
            <a:ext cx="37465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/>
          <p:nvPr>
            <p:ph idx="1" type="body"/>
          </p:nvPr>
        </p:nvSpPr>
        <p:spPr>
          <a:xfrm>
            <a:off x="838200" y="1508789"/>
            <a:ext cx="10515600" cy="4390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ko-KR" sz="2400">
                <a:latin typeface="Arial"/>
                <a:ea typeface="Arial"/>
                <a:cs typeface="Arial"/>
                <a:sym typeface="Arial"/>
              </a:rPr>
              <a:t>331쪽부터 참고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빌드 후 빌드 완성 파일(jar) 복사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일래스틱 빈스토크에서 [업로드 및 배포]를 눌러 jar 파일 배포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[구성] 탭에서 구성 설정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1524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9"/>
          <p:cNvSpPr txBox="1"/>
          <p:nvPr>
            <p:ph type="title"/>
          </p:nvPr>
        </p:nvSpPr>
        <p:spPr>
          <a:xfrm>
            <a:off x="838200" y="533798"/>
            <a:ext cx="10515600" cy="6883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ko-KR" sz="3600">
                <a:latin typeface="Arial"/>
                <a:ea typeface="Arial"/>
                <a:cs typeface="Arial"/>
                <a:sym typeface="Arial"/>
              </a:rPr>
              <a:t>11.4 일래스틱 빈스토크에 우리의 서비스 배포하기</a:t>
            </a:r>
            <a:endParaRPr/>
          </a:p>
        </p:txBody>
      </p:sp>
      <p:sp>
        <p:nvSpPr>
          <p:cNvPr id="111" name="Google Shape;111;p9"/>
          <p:cNvSpPr txBox="1"/>
          <p:nvPr>
            <p:ph idx="12" type="sldNum"/>
          </p:nvPr>
        </p:nvSpPr>
        <p:spPr>
          <a:xfrm>
            <a:off x="8610600" y="6144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12" name="Google Shape;1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8550" y="2366660"/>
            <a:ext cx="4615249" cy="3793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9"/>
          <p:cNvGrpSpPr/>
          <p:nvPr/>
        </p:nvGrpSpPr>
        <p:grpSpPr>
          <a:xfrm>
            <a:off x="1307755" y="2800919"/>
            <a:ext cx="5200136" cy="2076170"/>
            <a:chOff x="1307755" y="2800919"/>
            <a:chExt cx="5200136" cy="2076170"/>
          </a:xfrm>
        </p:grpSpPr>
        <p:pic>
          <p:nvPicPr>
            <p:cNvPr id="114" name="Google Shape;114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07755" y="2800919"/>
              <a:ext cx="5200136" cy="12561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40700" y="4024129"/>
              <a:ext cx="5117760" cy="8529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2023-04-28T02:19:35Z</dcterms:created>
  <dc:creator>현규 박</dc:creator>
</cp:coreProperties>
</file>