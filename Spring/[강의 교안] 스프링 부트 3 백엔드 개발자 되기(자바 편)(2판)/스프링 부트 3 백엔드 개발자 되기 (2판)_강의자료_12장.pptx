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GusW0px/64O+lh/FR9gbtJohq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5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p1"/>
          <p:cNvSpPr txBox="1"/>
          <p:nvPr>
            <p:ph idx="4294967295" type="subTitle"/>
          </p:nvPr>
        </p:nvSpPr>
        <p:spPr>
          <a:xfrm>
            <a:off x="0" y="3723366"/>
            <a:ext cx="12192000" cy="916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p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ko-KR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566057" y="1122363"/>
            <a:ext cx="112678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12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CI/CD 도입하기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구성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6200" y="1612900"/>
            <a:ext cx="6959600" cy="36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CI/CD는 그 뜻보다 필요한 상황을 먼저 알아두는 것이 좋음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서버에 배포한 코드를 수정했다고 가정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코드 수정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로컬 환경에서 테스트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빌드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jar 파일 생성 및 업로드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배포 완료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이 모든 과정을 자동화하는 과정을 CI/CD라고 함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12.1 사전 지식 : CI/CD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4"/>
          <p:cNvCxnSpPr>
            <a:stCxn id="66" idx="3"/>
            <a:endCxn id="67" idx="3"/>
          </p:cNvCxnSpPr>
          <p:nvPr/>
        </p:nvCxnSpPr>
        <p:spPr>
          <a:xfrm>
            <a:off x="2743200" y="2497667"/>
            <a:ext cx="600" cy="1129800"/>
          </a:xfrm>
          <a:prstGeom prst="curvedConnector3">
            <a:avLst>
              <a:gd fmla="val 290688840" name="adj1"/>
            </a:avLst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" name="Google Shape;69;p4"/>
          <p:cNvSpPr txBox="1"/>
          <p:nvPr/>
        </p:nvSpPr>
        <p:spPr>
          <a:xfrm>
            <a:off x="4521201" y="2877964"/>
            <a:ext cx="320472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이것을 무한히 반복해야 함 = 피로도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CI : 지속적 통합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Continuous Integration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개발자를 위한 빌드, 테스트를 자동화하는 과정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진행 과정 도중 문제가 생기면 알리는 기능도 포함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12.1 사전 지식 : CI/CD(cont.)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250" y="3297393"/>
            <a:ext cx="3873500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CD : 지속적 제공, 지속적 배포(2가지 의미를 포함)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Continuous Delivery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코드의 빌드와 테스트를 성공했을 때(CI가 되었을 때), 저장소에 업로드하는 과정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Continuous Deployment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성공적으로 병합한 코드를 AWS와 같은 배포 환경에 보내는 과정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12.1 사전 지식 : CI/CD(cont.)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0" y="3098984"/>
            <a:ext cx="7175500" cy="1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CD : 지속적 제공, 지속적 배포(2가지 의미를 포함)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Continuous Delivery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코드의 빌드와 테스트를 성공했을 때(CI가 되었을 때), 저장소에 업로드하는 과정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Continuous Deployment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성공적으로 병합한 코드를 AWS와 같은 배포 환경에 보내는 과정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12.1 사전 지식 : CI/CD(cont.)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0" y="3098984"/>
            <a:ext cx="7175500" cy="19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깃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코드를 저장하고 관리하는 시스템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깃허브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깃과 연동하여 작업한 코드를 저장할 수 있는 원격 저장소 서비스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12.1 사전 지식 : CI/CD(cont.)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682" y="1289932"/>
            <a:ext cx="4221118" cy="226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4608" y="3703793"/>
            <a:ext cx="5099192" cy="22630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1405467" y="2971800"/>
            <a:ext cx="27093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413008" y="1955800"/>
            <a:ext cx="27093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8"/>
          <p:cNvCxnSpPr>
            <a:stCxn id="116" idx="3"/>
            <a:endCxn id="113" idx="1"/>
          </p:cNvCxnSpPr>
          <p:nvPr/>
        </p:nvCxnSpPr>
        <p:spPr>
          <a:xfrm>
            <a:off x="4683941" y="2032000"/>
            <a:ext cx="2448600" cy="3894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" name="Google Shape;118;p8"/>
          <p:cNvCxnSpPr>
            <a:stCxn id="115" idx="3"/>
            <a:endCxn id="114" idx="1"/>
          </p:cNvCxnSpPr>
          <p:nvPr/>
        </p:nvCxnSpPr>
        <p:spPr>
          <a:xfrm>
            <a:off x="1676400" y="3048000"/>
            <a:ext cx="4578300" cy="17874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깃허브 액션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깃허브에서 제공하는 서비스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리포지토리에 특정 이벤트가 발생하면 특정 이벤트를 실행할 수 있음(주기적으로도 가능)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액션 스크립트를 작성하여 실행하는 구조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.yml로 스크립트 작성 필수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345쪽 참고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12.2 깃허브 액션 사용하기</a:t>
            </a:r>
            <a:endParaRPr/>
          </a:p>
        </p:txBody>
      </p:sp>
      <p:sp>
        <p:nvSpPr>
          <p:cNvPr id="126" name="Google Shape;126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2472266" y="2421467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472266" y="3551393"/>
            <a:ext cx="2709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405467" y="2971800"/>
            <a:ext cx="27093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413008" y="1955800"/>
            <a:ext cx="27093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