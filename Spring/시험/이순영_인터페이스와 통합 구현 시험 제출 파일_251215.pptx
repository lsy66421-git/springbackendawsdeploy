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934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6" r:id="rId24"/>
    <p:sldId id="261" r:id="rId25"/>
    <p:sldId id="262" r:id="rId26"/>
    <p:sldId id="263" r:id="rId27"/>
    <p:sldId id="267" r:id="rId28"/>
    <p:sldId id="264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1" Type="http://schemas.openxmlformats.org/officeDocument/2006/relationships/viewProps" Target="viewProps.xml"></Relationship><Relationship Id="rId3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6" Type="http://schemas.openxmlformats.org/officeDocument/2006/relationships/image" Target="../media/fImage2148917841.png"></Relationship><Relationship Id="rId7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6" Type="http://schemas.openxmlformats.org/officeDocument/2006/relationships/image" Target="../media/fImage55063808467.png"></Relationship><Relationship Id="rId7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3" Type="http://schemas.openxmlformats.org/officeDocument/2006/relationships/image" Target="../media/fImage87550816334.png"></Relationship><Relationship Id="rId4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3" Type="http://schemas.openxmlformats.org/officeDocument/2006/relationships/image" Target="../media/fImage178736826500.png"></Relationship><Relationship Id="rId4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3" Type="http://schemas.openxmlformats.org/officeDocument/2006/relationships/image" Target="../media/fImage169359839169.png"></Relationship><Relationship Id="rId4" Type="http://schemas.openxmlformats.org/officeDocument/2006/relationships/image" Target="../media/fImage179222845724.png"></Relationship><Relationship Id="rId5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7" Type="http://schemas.openxmlformats.org/officeDocument/2006/relationships/image" Target="../media/fImage39405851478.png"></Relationship><Relationship Id="rId8" Type="http://schemas.openxmlformats.org/officeDocument/2006/relationships/image" Target="../media/fImage26496869358.png"></Relationship><Relationship Id="rId9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6" Type="http://schemas.openxmlformats.org/officeDocument/2006/relationships/image" Target="../media/fImage163876876962.png"></Relationship><Relationship Id="rId7" Type="http://schemas.openxmlformats.org/officeDocument/2006/relationships/image" Target="../media/fImage125142884464.png"></Relationship><Relationship Id="rId8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4" Type="http://schemas.openxmlformats.org/officeDocument/2006/relationships/image" Target="../media/fImage163876895705.png"></Relationship><Relationship Id="rId5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38761488145.png"></Relationship></Relationships>
</file>

<file path=ppt/slides/_rels/slide11.xml.rels><?xml version="1.0" encoding="UTF-8"?>
<Relationships xmlns="http://schemas.openxmlformats.org/package/2006/relationships"><Relationship Id="rId4" Type="http://schemas.openxmlformats.org/officeDocument/2006/relationships/image" Target="../media/fImage1958071493281.png"></Relationship><Relationship Id="rId5" Type="http://schemas.openxmlformats.org/officeDocument/2006/relationships/image" Target="../media/fImage1686401506827.png"></Relationship><Relationship Id="rId6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5270" cy="2388870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sz="6000">
                <a:solidFill>
                  <a:srgbClr val="000000"/>
                </a:solidFill>
                <a:latin typeface="맑은 고딕" charset="0"/>
                <a:ea typeface="맑은 고딕" charset="0"/>
                <a:sym typeface="함초롬바탕" charset="0"/>
              </a:rPr>
              <a:t>인터페이스와 통합 구현</a:t>
            </a:r>
            <a:endParaRPr lang="ko-KR" altLang="en-US" sz="6000">
              <a:latin typeface="맑은 고딕" charset="0"/>
              <a:ea typeface="맑은 고딕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5270" cy="1656715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rtl="0" algn="ctr" defTabSz="91440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6000">
                <a:latin typeface="맑은 고딕" charset="0"/>
                <a:ea typeface="맑은 고딕" charset="0"/>
                <a:cs typeface="+mj-cs"/>
              </a:rPr>
              <a:t>이 순 영</a:t>
            </a:r>
            <a:endParaRPr lang="ko-KR" altLang="en-US" sz="6000">
              <a:latin typeface="맑은 고딕" charset="0"/>
              <a:ea typeface="맑은 고딕" charset="0"/>
              <a:cs typeface="+mj-cs"/>
            </a:endParaRPr>
          </a:p>
          <a:p>
            <a:pPr marL="0" indent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53213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[문제1] 프로젝트를 생성하고 SpringFramework에 필요한 라이브러리를 설치하세요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1" descr="C:/Users/it/AppData/Roaming/PolarisOffice/ETemp/17584_7996856/fImage2148917841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7215" y="775335"/>
            <a:ext cx="11026140" cy="59734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00990"/>
            <a:ext cx="10517505" cy="18357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[문제2] 회원 테이블을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CREATE TABLE IF NOT EXISTS CAFE_MEMBERS (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USERID VARCHAR(20) NOT NULL PRIMARY KEY,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PWD VARCHAR(20)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NAME VARCHAR(50)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EMAIL VARCHAR(100),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PHONE VARCHAR(20),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ADMIN INT DEFAULT 0,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JOIN_DATE TIMESTAMP DEFAULT CURRENT_TIMESTAMP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);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2" descr="C:/Users/it/AppData/Roaming/PolarisOffice/ETemp/17584_7996856/fImage55063808467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3255" y="2357755"/>
            <a:ext cx="10887710" cy="38487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7505" cy="209042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[문제3] 데이터 테이블을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CREATE TABLE IF NOT EXISTS CAFE_MVCBOARD (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IDX BIGINT AUTO_INCREMENT PRIMARY KEY,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NAME VARCHAR(50)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TITLE VARCHAR(200)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CONTENT TEXT,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POSTDATE TIMESTAMP DEFAULT CURRENT_TIMESTAMP,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OFILE VARCHAR(200),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SFILE VARCHAR(30),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DOWNCOUNT INT DEFAULT 0,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PASS VARCHAR(50) NOT NULL,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VISITCOUNT INT DEFAULT 0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);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3" descr="C:/Users/it/AppData/Roaming/PolarisOffice/ETemp/17584_7996856/fImage8755081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9420" y="2533650"/>
            <a:ext cx="11313795" cy="41681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47180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[문제4] root-context.xml을 사용하여 Mybatis,MariaDB와 Tomcat서버를 연동하세요.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4" descr="C:/Users/it/AppData/Roaming/PolarisOffice/ETemp/17584_7996856/fImage17873682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5025" y="904240"/>
            <a:ext cx="8717915" cy="585089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7505" cy="47180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[문제5] servlet-context.xml, web.xml을 사용하여 SpringFramework를 설정하세요.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5" descr="C:/Users/it/AppData/Roaming/PolarisOffice/ETemp/17584_7996856/fImage16935983916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635" y="1007745"/>
            <a:ext cx="5894070" cy="5694045"/>
          </a:xfrm>
          <a:prstGeom prst="rect"/>
          <a:noFill/>
        </p:spPr>
      </p:pic>
      <p:pic>
        <p:nvPicPr>
          <p:cNvPr id="4" name="그림 6" descr="C:/Users/it/AppData/Roaming/PolarisOffice/ETemp/17584_7996856/fImage17922284572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41720" y="1007745"/>
            <a:ext cx="5927090" cy="56769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11760"/>
            <a:ext cx="10517505" cy="46609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lnSpc>
                <a:spcPct val="150000"/>
              </a:lnSpc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[문제6] 인텔리제이에서 Tomcat서버와 SpringFramework가 연동되도록 설정하세요.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7" descr="C:/Users/it/AppData/Roaming/PolarisOffice/ETemp/17584_7996856/fImage39405851478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40030" y="671830"/>
            <a:ext cx="5824855" cy="5937250"/>
          </a:xfrm>
          <a:prstGeom prst="rect"/>
          <a:noFill/>
        </p:spPr>
      </p:pic>
      <p:pic>
        <p:nvPicPr>
          <p:cNvPr id="4" name="그림 8" descr="C:/Users/it/AppData/Roaming/PolarisOffice/ETemp/17584_7996856/fImage26496869358.pn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50610" y="671830"/>
            <a:ext cx="5848985" cy="59182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7505" cy="4711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[문제7] 회원가입을 실행 시 회원 테이블에 회원 데이터가 저장되도록 구현하세요.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9" descr="C:/Users/it/AppData/Roaming/PolarisOffice/ETemp/17584_7996856/fImage163876876962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1445" y="904240"/>
            <a:ext cx="5873115" cy="5755005"/>
          </a:xfrm>
          <a:prstGeom prst="rect"/>
          <a:noFill/>
        </p:spPr>
      </p:pic>
      <p:pic>
        <p:nvPicPr>
          <p:cNvPr id="4" name="그림 10" descr="C:/Users/it/AppData/Roaming/PolarisOffice/ETemp/17584_7996856/fImage125142884464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50610" y="904240"/>
            <a:ext cx="5883275" cy="57461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63830"/>
            <a:ext cx="10517505" cy="51752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[문제8] 로그인시 세션에 로그인 데이터를 저장하도록 구현하세요.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11" descr="C:/Users/it/AppData/Roaming/PolarisOffice/ETemp/17584_7996856/fImage16387689570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7565" y="671830"/>
            <a:ext cx="9086215" cy="60045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63830"/>
            <a:ext cx="10517505" cy="51752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[문제9] 로그아웃 실행 시 세션의 데이터가 삭제되도록 구현하세요.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Picture " descr="C:/Users/it/AppData/Roaming/PolarisOffice/ETemp/17584_7996856/fImage163876148814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37565" y="671830"/>
            <a:ext cx="9086215" cy="60045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67005"/>
            <a:ext cx="10517505" cy="5143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[문제10] 데이터 테이블의 내용을 출력하는 페이지를 구현하세요.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</a:endParaRPr>
          </a:p>
        </p:txBody>
      </p:sp>
      <p:pic>
        <p:nvPicPr>
          <p:cNvPr id="3" name="그림 12" descr="C:/Users/it/AppData/Roaming/PolarisOffice/ETemp/17584_7996856/fImage195807149328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5885" y="680085"/>
            <a:ext cx="5796915" cy="6038850"/>
          </a:xfrm>
          <a:prstGeom prst="rect"/>
          <a:noFill/>
        </p:spPr>
      </p:pic>
      <p:pic>
        <p:nvPicPr>
          <p:cNvPr id="4" name="그림 13" descr="C:/Users/it/AppData/Roaming/PolarisOffice/ETemp/17584_7996856/fImage168640150682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43600" y="154940"/>
            <a:ext cx="6185535" cy="65639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Im HyeDong</dc:creator>
  <cp:lastModifiedBy>SOON-YOUNG Lee</cp:lastModifiedBy>
  <dc:title>PowerPoint 프레젠테이션</dc:title>
  <cp:version>10.105.292.56109</cp:version>
</cp:coreProperties>
</file>