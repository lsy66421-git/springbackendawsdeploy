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png" ContentType="image/pn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776" r:id="rId13"/>
  </p:sldMasterIdLst>
  <p:notesMasterIdLst>
    <p:notesMasterId r:id="rId17"/>
  </p:notesMasterIdLst>
  <p:handoutMasterIdLst>
    <p:handoutMasterId r:id="rId15"/>
  </p:handoutMasterIdLst>
  <p:sldIdLst>
    <p:sldId id="256" r:id="rId19"/>
    <p:sldId id="257" r:id="rId20"/>
    <p:sldId id="258" r:id="rId21"/>
    <p:sldId id="259" r:id="rId22"/>
    <p:sldId id="260" r:id="rId23"/>
    <p:sldId id="266" r:id="rId24"/>
    <p:sldId id="261" r:id="rId25"/>
    <p:sldId id="262" r:id="rId26"/>
    <p:sldId id="263" r:id="rId27"/>
    <p:sldId id="264" r:id="rId28"/>
    <p:sldId id="265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8001" autoAdjust="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96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9" d="100"/>
          <a:sy n="79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3" Type="http://schemas.openxmlformats.org/officeDocument/2006/relationships/slideMaster" Target="slideMasters/slideMaster1.xml"></Relationship><Relationship Id="rId14" Type="http://schemas.openxmlformats.org/officeDocument/2006/relationships/theme" Target="theme/theme1.xml"></Relationship><Relationship Id="rId15" Type="http://schemas.openxmlformats.org/officeDocument/2006/relationships/handoutMaster" Target="handoutMasters/handoutMaster1.xml"></Relationship><Relationship Id="rId17" Type="http://schemas.openxmlformats.org/officeDocument/2006/relationships/notesMaster" Target="notesMasters/notesMaster1.xml"></Relationship><Relationship Id="rId19" Type="http://schemas.openxmlformats.org/officeDocument/2006/relationships/slide" Target="slides/slide1.xml"></Relationship><Relationship Id="rId20" Type="http://schemas.openxmlformats.org/officeDocument/2006/relationships/slide" Target="slides/slide2.xml"></Relationship><Relationship Id="rId21" Type="http://schemas.openxmlformats.org/officeDocument/2006/relationships/slide" Target="slides/slide3.xml"></Relationship><Relationship Id="rId22" Type="http://schemas.openxmlformats.org/officeDocument/2006/relationships/slide" Target="slides/slide4.xml"></Relationship><Relationship Id="rId23" Type="http://schemas.openxmlformats.org/officeDocument/2006/relationships/slide" Target="slides/slide5.xml"></Relationship><Relationship Id="rId24" Type="http://schemas.openxmlformats.org/officeDocument/2006/relationships/slide" Target="slides/slide6.xml"></Relationship><Relationship Id="rId25" Type="http://schemas.openxmlformats.org/officeDocument/2006/relationships/slide" Target="slides/slide7.xml"></Relationship><Relationship Id="rId26" Type="http://schemas.openxmlformats.org/officeDocument/2006/relationships/slide" Target="slides/slide8.xml"></Relationship><Relationship Id="rId27" Type="http://schemas.openxmlformats.org/officeDocument/2006/relationships/slide" Target="slides/slide9.xml"></Relationship><Relationship Id="rId28" Type="http://schemas.openxmlformats.org/officeDocument/2006/relationships/slide" Target="slides/slide10.xml"></Relationship><Relationship Id="rId29" Type="http://schemas.openxmlformats.org/officeDocument/2006/relationships/slide" Target="slides/slide11.xml"></Relationship><Relationship Id="rId31" Type="http://schemas.openxmlformats.org/officeDocument/2006/relationships/viewProps" Target="viewProps.xml"></Relationship><Relationship Id="rId32" Type="http://schemas.openxmlformats.org/officeDocument/2006/relationships/presProps" Target="presProps.xml"></Relationship></Relationships>
</file>

<file path=ppt/handoutMasters/_rels/handout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214C1-2863-45BA-A7C5-D5EA3C3D4C30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020B9-F693-4639-BB27-7B1AD87C6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427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3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63C85-90F6-445D-9B5B-8ABB00FB3043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16B34-ED2F-4269-81E8-097D50C9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81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456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47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6235" cy="435229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5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6598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657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481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079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917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46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47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598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576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114824"/>
      </p:ext>
    </p:extLst>
  </p:cSld>
  <p:clrMapOvr>
    <a:masterClrMapping/>
  </p:clrMapOvr>
</p:sldLayout>
</file>

<file path=ppt/slideMasters/_rels/slideMaster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slideLayout" Target="../slideLayouts/slideLayout3.xml"></Relationship><Relationship Id="rId4" Type="http://schemas.openxmlformats.org/officeDocument/2006/relationships/slideLayout" Target="../slideLayouts/slideLayout4.xml"></Relationship><Relationship Id="rId5" Type="http://schemas.openxmlformats.org/officeDocument/2006/relationships/slideLayout" Target="../slideLayouts/slideLayout5.xml"></Relationship><Relationship Id="rId6" Type="http://schemas.openxmlformats.org/officeDocument/2006/relationships/slideLayout" Target="../slideLayouts/slideLayout6.xml"></Relationship><Relationship Id="rId7" Type="http://schemas.openxmlformats.org/officeDocument/2006/relationships/slideLayout" Target="../slideLayouts/slideLayout7.xml"></Relationship><Relationship Id="rId8" Type="http://schemas.openxmlformats.org/officeDocument/2006/relationships/slideLayout" Target="../slideLayouts/slideLayout8.xml"></Relationship><Relationship Id="rId9" Type="http://schemas.openxmlformats.org/officeDocument/2006/relationships/slideLayout" Target="../slideLayouts/slideLayout9.xml"></Relationship><Relationship Id="rId10" Type="http://schemas.openxmlformats.org/officeDocument/2006/relationships/slideLayout" Target="../slideLayouts/slideLayout10.xml"></Relationship><Relationship Id="rId11" Type="http://schemas.openxmlformats.org/officeDocument/2006/relationships/slideLayout" Target="../slideLayouts/slideLayout11.xml"></Relationship><Relationship Id="rId12" Type="http://schemas.openxmlformats.org/officeDocument/2006/relationships/theme" Target="../theme/theme1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494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2" Type="http://schemas.openxmlformats.org/officeDocument/2006/relationships/notesSlide" Target="../notesSlides/notesSlide1.xml"></Relationship><Relationship Id="rId3" Type="http://schemas.openxmlformats.org/officeDocument/2006/relationships/slideLayout" Target="../slideLayouts/slideLayout1.xml"></Relationship></Relationships>
</file>

<file path=ppt/slides/_rels/slide2.xml.rels><?xml version="1.0" encoding="UTF-8"?>
<Relationships xmlns="http://schemas.openxmlformats.org/package/2006/relationships"><Relationship Id="rId4" Type="http://schemas.openxmlformats.org/officeDocument/2006/relationships/image" Target="../media/fImage2465212941.png"></Relationship><Relationship Id="rId5" Type="http://schemas.openxmlformats.org/officeDocument/2006/relationships/image" Target="../media/fImage1294831328467.png"></Relationship><Relationship Id="rId6" Type="http://schemas.openxmlformats.org/officeDocument/2006/relationships/slideLayout" Target="../slideLayouts/slideLayout2.xml"></Relationship></Relationships>
</file>

<file path=ppt/slides/_rels/slide3.xml.rels><?xml version="1.0" encoding="UTF-8"?>
<Relationships xmlns="http://schemas.openxmlformats.org/package/2006/relationships"><Relationship Id="rId4" Type="http://schemas.openxmlformats.org/officeDocument/2006/relationships/image" Target="../media/fImage530071336334.png"></Relationship><Relationship Id="rId5" Type="http://schemas.openxmlformats.org/officeDocument/2006/relationships/image" Target="../media/fImage542041346500.png"></Relationship><Relationship Id="rId6" Type="http://schemas.openxmlformats.org/officeDocument/2006/relationships/slideLayout" Target="../slideLayouts/slideLayout2.xml"></Relationship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830401429169.png"></Relationship></Relationships>
</file>

<file path=ppt/slides/_rels/slide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817551435724.png"></Relationship></Relationships>
</file>

<file path=ppt/slides/_rels/slide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826321461478.png"></Relationship></Relationships>
</file>

<file path=ppt/slides/_rels/slide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153511479358.png"></Relationship><Relationship Id="rId3" Type="http://schemas.openxmlformats.org/officeDocument/2006/relationships/image" Target="../media/fImage1412231486962.png"></Relationship><Relationship Id="rId4" Type="http://schemas.openxmlformats.org/officeDocument/2006/relationships/image" Target="../media/fImage1425581494464.png"></Relationship><Relationship Id="rId5" Type="http://schemas.openxmlformats.org/officeDocument/2006/relationships/image" Target="../media/fImage1339981505705.png"></Relationship><Relationship Id="rId6" Type="http://schemas.openxmlformats.org/officeDocument/2006/relationships/image" Target="../media/fImage1600531518145.png"></Relationship></Relationships>
</file>

<file path=ppt/slides/_rels/slide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632261523281.png"></Relationship><Relationship Id="rId3" Type="http://schemas.openxmlformats.org/officeDocument/2006/relationships/image" Target="../media/fImage1468441536827.png"></Relationship><Relationship Id="rId4" Type="http://schemas.openxmlformats.org/officeDocument/2006/relationships/image" Target="../media/fImage1480841549961.png"></Relationship><Relationship Id="rId5" Type="http://schemas.openxmlformats.org/officeDocument/2006/relationships/image" Target="../media/fImage38982156491.png"></Relationship></Relationships>
</file>

<file path=ppt/slides/_rels/slide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496671572995.png"></Relationship><Relationship Id="rId3" Type="http://schemas.openxmlformats.org/officeDocument/2006/relationships/image" Target="../media/fImage1308401591942.png"></Relationship></Relationships>
</file>

<file path=ppt/slides/_rels/slide1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297451614827.png"></Relationship><Relationship Id="rId3" Type="http://schemas.openxmlformats.org/officeDocument/2006/relationships/image" Target="../media/fImage1272311625436.png"></Relationship></Relationships>
</file>

<file path=ppt/slides/_rels/slide1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675301642391.png"></Relationship><Relationship Id="rId3" Type="http://schemas.openxmlformats.org/officeDocument/2006/relationships/image" Target="../media/fImage1648031654604.png"></Relationship><Relationship Id="rId4" Type="http://schemas.openxmlformats.org/officeDocument/2006/relationships/image" Target="../media/fImage454991663902.png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680"/>
            <a:ext cx="9144635" cy="2388235"/>
          </a:xfrm>
        </p:spPr>
        <p:txBody>
          <a:bodyPr wrap="square" lIns="91440" tIns="45720" rIns="91440" bIns="45720" numCol="1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ko-KR" altLang="en-US"/>
              <a:t>서버 </a:t>
            </a:r>
            <a:r>
              <a:rPr lang="ko-KR" altLang="en-US"/>
              <a:t>프로그</a:t>
            </a:r>
            <a:r>
              <a:rPr lang="ko-KR" altLang="en-US"/>
              <a:t>램 </a:t>
            </a:r>
            <a:r>
              <a:rPr lang="ko-KR" altLang="en-US"/>
              <a:t>구</a:t>
            </a:r>
            <a:r>
              <a:rPr lang="ko-KR" altLang="en-US"/>
              <a:t>현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9145270" cy="1656715"/>
          </a:xfrm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0" indent="0" rtl="0" algn="ctr" defTabSz="91440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ko-KR" altLang="en-US" sz="6000">
                <a:latin typeface="맑은 고딕" charset="0"/>
                <a:ea typeface="맑은 고딕" charset="0"/>
                <a:cs typeface="+mj-cs"/>
              </a:rPr>
              <a:t>이 순 영</a:t>
            </a:r>
            <a:endParaRPr lang="ko-KR" altLang="en-US" sz="6000">
              <a:latin typeface="맑은 고딕" charset="0"/>
              <a:ea typeface="맑은 고딕" charset="0"/>
              <a:cs typeface="+mj-cs"/>
            </a:endParaRPr>
          </a:p>
          <a:p>
            <a:pPr marL="0" indent="0">
              <a:buFontTx/>
              <a:buNone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031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870" cy="53149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[문제1] 프로젝트를 생성하고 초기 페이지의 설정을 /로 설정하여 index페이지를 출력하세요.</a:t>
            </a:r>
            <a:endParaRPr lang="ko-KR" altLang="en-US"/>
          </a:p>
        </p:txBody>
      </p:sp>
      <p:pic>
        <p:nvPicPr>
          <p:cNvPr id="6" name="그림 1" descr="C:/Users/it/AppData/Roaming/PolarisOffice/ETemp/15932_19535464/fImage2465212941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007745" y="1069340"/>
            <a:ext cx="4040505" cy="5245100"/>
          </a:xfrm>
          <a:prstGeom prst="rect"/>
          <a:noFill/>
        </p:spPr>
      </p:pic>
      <p:pic>
        <p:nvPicPr>
          <p:cNvPr id="7" name="그림 4" descr="C:/Users/it/AppData/Roaming/PolarisOffice/ETemp/15932_19535464/fImage1294831328467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431155" y="1059180"/>
            <a:ext cx="5930900" cy="526415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870" cy="43624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[문제2] Oracle에서 사용하는 데이터베이스와 Tomcat서버를 연동하세요.</a:t>
            </a:r>
            <a:endParaRPr lang="ko-KR" altLang="en-US"/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1406525" y="5851525"/>
            <a:ext cx="10234295" cy="68580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Tx/>
              <a:buNone/>
            </a:pPr>
            <a:r>
              <a:rPr lang="ko-KR" altLang="en-US"/>
              <a:t>server.xml 설정                         context.xml 설정                </a:t>
            </a:r>
            <a:endParaRPr lang="ko-KR" altLang="en-US"/>
          </a:p>
        </p:txBody>
      </p:sp>
      <p:pic>
        <p:nvPicPr>
          <p:cNvPr id="6" name="그림 5" descr="C:/Users/it/AppData/Roaming/PolarisOffice/ETemp/15932_19535464/fImage53007133633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59460" y="965835"/>
            <a:ext cx="4505960" cy="4667885"/>
          </a:xfrm>
          <a:prstGeom prst="rect"/>
          <a:noFill/>
        </p:spPr>
      </p:pic>
      <p:pic>
        <p:nvPicPr>
          <p:cNvPr id="7" name="그림 6" descr="C:/Users/it/AppData/Roaming/PolarisOffice/ETemp/15932_19535464/fImage542041346500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979160" y="966470"/>
            <a:ext cx="4505960" cy="466788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870" cy="43624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[문제3] 회원 테이블을 구현하세요.</a:t>
            </a:r>
            <a:endParaRPr lang="ko-KR" altLang="en-US" sz="4400">
              <a:latin typeface="맑은 고딕" charset="0"/>
              <a:ea typeface="맑은 고딕" charset="0"/>
              <a:cs typeface="+mj-cs"/>
            </a:endParaRPr>
          </a:p>
        </p:txBody>
      </p:sp>
      <p:pic>
        <p:nvPicPr>
          <p:cNvPr id="3" name="그림 7" descr="C:/Users/it/AppData/Roaming/PolarisOffice/ETemp/15932_19535464/fImage830401429169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50875" y="852805"/>
            <a:ext cx="10556240" cy="579691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870" cy="47117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[문제4] 데이터 테이블을 구현하세요.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: 화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면 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표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시 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제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품 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리스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트 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테이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블</a:t>
            </a:r>
            <a:endParaRPr lang="ko-KR" altLang="en-US" sz="4400">
              <a:latin typeface="맑은 고딕" charset="0"/>
              <a:ea typeface="맑은 고딕" charset="0"/>
              <a:cs typeface="+mj-cs"/>
            </a:endParaRPr>
          </a:p>
        </p:txBody>
      </p:sp>
      <p:pic>
        <p:nvPicPr>
          <p:cNvPr id="3" name="그림 8" descr="C:/Users/it/AppData/Roaming/PolarisOffice/ETemp/15932_19535464/fImage81755143572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16585" y="964565"/>
            <a:ext cx="10142855" cy="556450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870" cy="47117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[문제4] 데이터 테이블을 구현하세요.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: 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공지사항 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리스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트 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테이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블</a:t>
            </a:r>
            <a:endParaRPr lang="ko-KR" altLang="en-US" sz="4400">
              <a:latin typeface="맑은 고딕" charset="0"/>
              <a:ea typeface="맑은 고딕" charset="0"/>
              <a:cs typeface="+mj-cs"/>
            </a:endParaRPr>
          </a:p>
        </p:txBody>
      </p:sp>
      <p:pic>
        <p:nvPicPr>
          <p:cNvPr id="3" name="그림 9" descr="C:/Users/it/AppData/Roaming/PolarisOffice/ETemp/15932_19535464/fImage826321461478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99440" y="947420"/>
            <a:ext cx="10375265" cy="569341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111760"/>
            <a:ext cx="10516870" cy="8693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>
              <a:lnSpc>
                <a:spcPct val="150000"/>
              </a:lnSpc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[문제5] index 파일을 Tomcat서버에서 실행할 수 있도록 JSP파일로 수정 및 출력하세요.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/>
            </a:r>
            <a:b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</a:br>
            <a:r>
              <a:rPr lang="ko-KR" sz="1000" b="1">
                <a:latin typeface="함초롬바탕" charset="0"/>
                <a:ea typeface="함초롬바탕" charset="0"/>
                <a:sym typeface="함초롬바탕" charset="0"/>
              </a:rPr>
              <a:t> </a:t>
            </a:r>
            <a:r>
              <a:rPr lang="ko-KR" sz="1000" b="1">
                <a:latin typeface="함초롬바탕" charset="0"/>
                <a:ea typeface="함초롬바탕" charset="0"/>
                <a:sym typeface="함초롬바탕" charset="0"/>
              </a:rPr>
              <a:t>        : 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index.jsp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-&gt; 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FrontController.java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-&gt; 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ActionFactory.java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-&gt; 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ProductListAction.java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-&gt; 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list.jsp</a:t>
            </a:r>
            <a:endParaRPr lang="ko-KR" altLang="en-US" sz="1000" b="1">
              <a:solidFill>
                <a:srgbClr val="000000"/>
              </a:solidFill>
              <a:latin typeface="+mj-lt"/>
              <a:ea typeface="+mj-ea"/>
              <a:cs typeface="+mj-cs"/>
              <a:sym typeface="함초롬바탕" charset="0"/>
            </a:endParaRPr>
          </a:p>
        </p:txBody>
      </p:sp>
      <p:pic>
        <p:nvPicPr>
          <p:cNvPr id="3" name="그림 10" descr="C:/Users/it/AppData/Roaming/PolarisOffice/ETemp/15932_19535464/fImage1153511479358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20650" y="1033145"/>
            <a:ext cx="2352040" cy="5455285"/>
          </a:xfrm>
          <a:prstGeom prst="rect"/>
          <a:noFill/>
        </p:spPr>
      </p:pic>
      <p:pic>
        <p:nvPicPr>
          <p:cNvPr id="4" name="그림 11" descr="C:/Users/it/AppData/Roaming/PolarisOffice/ETemp/15932_19535464/fImage1412231486962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527300" y="1033780"/>
            <a:ext cx="2202180" cy="5444490"/>
          </a:xfrm>
          <a:prstGeom prst="rect"/>
          <a:noFill/>
        </p:spPr>
      </p:pic>
      <p:pic>
        <p:nvPicPr>
          <p:cNvPr id="5" name="그림 12" descr="C:/Users/it/AppData/Roaming/PolarisOffice/ETemp/15932_19535464/fImage142558149446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790440" y="1033780"/>
            <a:ext cx="2221865" cy="5444490"/>
          </a:xfrm>
          <a:prstGeom prst="rect"/>
          <a:noFill/>
        </p:spPr>
      </p:pic>
      <p:pic>
        <p:nvPicPr>
          <p:cNvPr id="6" name="그림 13" descr="C:/Users/it/AppData/Roaming/PolarisOffice/ETemp/15932_19535464/fImage1339981505705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081520" y="1033780"/>
            <a:ext cx="2342515" cy="5435600"/>
          </a:xfrm>
          <a:prstGeom prst="rect"/>
          <a:noFill/>
        </p:spPr>
      </p:pic>
      <p:pic>
        <p:nvPicPr>
          <p:cNvPr id="7" name="그림 14" descr="C:/Users/it/AppData/Roaming/PolarisOffice/ETemp/15932_19535464/fImage1600531518145.png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9476105" y="1042670"/>
            <a:ext cx="2514600" cy="542671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870" cy="74676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[문제6] join 파일을 JSP파일로 수정하여 회원가입을 실행 시 회원 테이블에 회원 데이터가 저장되도록 구현하세요.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/>
            </a:r>
            <a:b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</a:b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/>
            </a:r>
            <a:b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</a:b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/>
            </a:r>
            <a:b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</a:b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MemberDAO.java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                                       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JoinAction.java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                                         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join.jsp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  <a:sym typeface="함초롬바탕" charset="0"/>
            </a:endParaRPr>
          </a:p>
        </p:txBody>
      </p:sp>
      <p:pic>
        <p:nvPicPr>
          <p:cNvPr id="3" name="그림 15" descr="C:/Users/it/AppData/Roaming/PolarisOffice/ETemp/15932_19535464/fImage163226152328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40335" y="1162685"/>
            <a:ext cx="2944495" cy="5583555"/>
          </a:xfrm>
          <a:prstGeom prst="rect"/>
          <a:noFill/>
        </p:spPr>
      </p:pic>
      <p:pic>
        <p:nvPicPr>
          <p:cNvPr id="4" name="그림 16" descr="C:/Users/it/AppData/Roaming/PolarisOffice/ETemp/15932_19535464/fImage1468441536827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171825" y="1163320"/>
            <a:ext cx="2720975" cy="5581650"/>
          </a:xfrm>
          <a:prstGeom prst="rect"/>
          <a:noFill/>
        </p:spPr>
      </p:pic>
      <p:pic>
        <p:nvPicPr>
          <p:cNvPr id="5" name="그림 17" descr="C:/Users/it/AppData/Roaming/PolarisOffice/ETemp/15932_19535464/fImage1480841549961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988685" y="1162685"/>
            <a:ext cx="2927985" cy="5574030"/>
          </a:xfrm>
          <a:prstGeom prst="rect"/>
          <a:noFill/>
        </p:spPr>
      </p:pic>
      <p:pic>
        <p:nvPicPr>
          <p:cNvPr id="6" name="그림 18" descr="C:/Users/it/AppData/Roaming/PolarisOffice/ETemp/15932_19535464/fImage3898215649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984615" y="1171575"/>
            <a:ext cx="3101975" cy="555625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163830"/>
            <a:ext cx="10516870" cy="90487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[문제7] login 파일을 이용하여 로그인시 session에 로그인 데이터를 저장하도록 구현하세요.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/>
            </a:r>
            <a:b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</a:b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/>
            </a:r>
            <a:b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</a:b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/>
            </a:r>
            <a:b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</a:b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/>
            </a:r>
            <a:b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</a:b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               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LoginAction.java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  <a:sym typeface="함초롬바탕" charset="0"/>
            </a:endParaRPr>
          </a:p>
        </p:txBody>
      </p:sp>
      <p:pic>
        <p:nvPicPr>
          <p:cNvPr id="3" name="그림 19" descr="C:/Users/it/AppData/Roaming/PolarisOffice/ETemp/15932_19535464/fImage149667157299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23545" y="1102360"/>
            <a:ext cx="5279390" cy="5514975"/>
          </a:xfrm>
          <a:prstGeom prst="rect"/>
          <a:noFill/>
        </p:spPr>
      </p:pic>
      <p:pic>
        <p:nvPicPr>
          <p:cNvPr id="4" name="그림 20" descr="C:/Users/it/AppData/Roaming/PolarisOffice/ETemp/15932_19535464/fImage1308401591942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852795" y="1102360"/>
            <a:ext cx="6207125" cy="551370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167005"/>
            <a:ext cx="10516870" cy="798195"/>
          </a:xfrm>
          <a:prstGeom prst="rect"/>
        </p:spPr>
        <p:txBody>
          <a:bodyPr wrap="square" lIns="91440" tIns="45720" rIns="91440" bIns="45720" numCol="1" vert="horz" anchor="ctr">
            <a:normAutofit fontScale="97500" lnSpcReduction="0"/>
          </a:bodyPr>
          <a:lstStyle/>
          <a:p>
            <a:pPr marL="0" indent="0" rtl="0"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[문제8] logout 실행시 세션의 데이터가 삭제되도록 구현세요.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/>
            </a:r>
            <a:b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</a:b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/>
            </a:r>
            <a:b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</a:b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/>
            </a:r>
            <a:b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</a:b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/>
            </a:r>
            <a:b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</a:b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                   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LogoutAction.java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  <a:sym typeface="함초롬바탕" charset="0"/>
            </a:endParaRPr>
          </a:p>
        </p:txBody>
      </p:sp>
      <p:pic>
        <p:nvPicPr>
          <p:cNvPr id="3" name="그림 21" descr="C:/Users/it/AppData/Roaming/PolarisOffice/ETemp/15932_19535464/fImage1297451614827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124575" y="1059180"/>
            <a:ext cx="5849620" cy="5678805"/>
          </a:xfrm>
          <a:prstGeom prst="rect"/>
          <a:noFill/>
        </p:spPr>
      </p:pic>
      <p:pic>
        <p:nvPicPr>
          <p:cNvPr id="4" name="그림 22" descr="C:/Users/it/AppData/Roaming/PolarisOffice/ETemp/15932_19535464/fImage127231162543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47955" y="1059815"/>
            <a:ext cx="5830570" cy="567690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870" cy="574040"/>
          </a:xfrm>
          <a:prstGeom prst="rect"/>
        </p:spPr>
        <p:txBody>
          <a:bodyPr wrap="square" lIns="91440" tIns="45720" rIns="91440" bIns="45720" numCol="1" vert="horz" anchor="ctr">
            <a:normAutofit fontScale="90000" lnSpcReduction="0"/>
          </a:bodyPr>
          <a:lstStyle/>
          <a:p>
            <a:pPr marL="0" indent="0" rtl="0">
              <a:buFontTx/>
              <a:buNone/>
            </a:pP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[문제9] 데이터 테이블의 내용을 출력하는 페이지를 구현하세요.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-&gt; 공지사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항 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테이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블 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내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용 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출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력 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페이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지 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구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현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/>
            </a:r>
            <a:b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</a:b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/>
            </a:r>
            <a:b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</a:b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/>
            </a:r>
            <a:b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</a:b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</a:t>
            </a:r>
            <a:r>
              <a:rPr lang="ko-KR"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        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MVCBoardDAO.java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                                                    </a:t>
            </a:r>
            <a:r>
              <a:rPr sz="1000" b="1">
                <a:solidFill>
                  <a:srgbClr val="000000"/>
                </a:solidFill>
                <a:latin typeface="함초롬바탕" charset="0"/>
                <a:ea typeface="함초롬바탕" charset="0"/>
                <a:sym typeface="함초롬바탕" charset="0"/>
              </a:rPr>
              <a:t>ListNotice.jsp</a:t>
            </a:r>
            <a:endParaRPr lang="ko-KR" altLang="en-US" sz="1000" b="1">
              <a:solidFill>
                <a:srgbClr val="000000"/>
              </a:solidFill>
              <a:latin typeface="함초롬바탕" charset="0"/>
              <a:ea typeface="함초롬바탕" charset="0"/>
              <a:sym typeface="함초롬바탕" charset="0"/>
            </a:endParaRPr>
          </a:p>
        </p:txBody>
      </p:sp>
      <p:pic>
        <p:nvPicPr>
          <p:cNvPr id="3" name="그림 23" descr="C:/Users/it/AppData/Roaming/PolarisOffice/ETemp/15932_19535464/fImage167530164239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78130" y="972820"/>
            <a:ext cx="3289300" cy="5601335"/>
          </a:xfrm>
          <a:prstGeom prst="rect"/>
          <a:noFill/>
        </p:spPr>
      </p:pic>
      <p:pic>
        <p:nvPicPr>
          <p:cNvPr id="4" name="그림 24" descr="C:/Users/it/AppData/Roaming/PolarisOffice/ETemp/15932_19535464/fImage1648031654604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663315" y="972820"/>
            <a:ext cx="3539490" cy="5591175"/>
          </a:xfrm>
          <a:prstGeom prst="rect"/>
          <a:noFill/>
        </p:spPr>
      </p:pic>
      <p:pic>
        <p:nvPicPr>
          <p:cNvPr id="5" name="그림 25" descr="C:/Users/it/AppData/Roaming/PolarisOffice/ETemp/15932_19535464/fImage454991663902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289800" y="973455"/>
            <a:ext cx="4693285" cy="558228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11</Pages>
  <Paragraphs>1</Paragraphs>
  <Words>1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Im HyeDong</dc:creator>
  <cp:lastModifiedBy>SOON-YOUNG Lee</cp:lastModifiedBy>
  <dc:title>PowerPoint 프레젠테이션</dc:title>
  <cp:version>10.105.286.56066</cp:version>
</cp:coreProperties>
</file>